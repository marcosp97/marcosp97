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AEC5"/>
    <a:srgbClr val="428DA6"/>
    <a:srgbClr val="97C5D5"/>
    <a:srgbClr val="387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E7A22E-8BCC-4856-80E7-6AE356742004}" v="11" dt="2025-11-13T17:12:08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ero Iglesias Andrea" userId="66033f85-d191-4c16-828a-83f4a20b2b95" providerId="ADAL" clId="{97E664A7-33DB-4773-8967-94F7560CCB96}"/>
    <pc:docChg chg="modSld">
      <pc:chgData name="Romero Iglesias Andrea" userId="66033f85-d191-4c16-828a-83f4a20b2b95" providerId="ADAL" clId="{97E664A7-33DB-4773-8967-94F7560CCB96}" dt="2025-08-28T10:22:17.879" v="2" actId="20577"/>
      <pc:docMkLst>
        <pc:docMk/>
      </pc:docMkLst>
      <pc:sldChg chg="modSp mod">
        <pc:chgData name="Romero Iglesias Andrea" userId="66033f85-d191-4c16-828a-83f4a20b2b95" providerId="ADAL" clId="{97E664A7-33DB-4773-8967-94F7560CCB96}" dt="2025-08-28T10:22:17.879" v="2" actId="20577"/>
        <pc:sldMkLst>
          <pc:docMk/>
          <pc:sldMk cId="3396561269" sldId="260"/>
        </pc:sldMkLst>
      </pc:sldChg>
    </pc:docChg>
  </pc:docChgLst>
  <pc:docChgLst>
    <pc:chgData name="Romero Iglesias Andrea" userId="66033f85-d191-4c16-828a-83f4a20b2b95" providerId="ADAL" clId="{5EE7A22E-8BCC-4856-80E7-6AE356742004}"/>
    <pc:docChg chg="custSel addSld modSld">
      <pc:chgData name="Romero Iglesias Andrea" userId="66033f85-d191-4c16-828a-83f4a20b2b95" providerId="ADAL" clId="{5EE7A22E-8BCC-4856-80E7-6AE356742004}" dt="2025-11-13T17:12:09.981" v="19" actId="1076"/>
      <pc:docMkLst>
        <pc:docMk/>
      </pc:docMkLst>
      <pc:sldChg chg="addSp modSp mod">
        <pc:chgData name="Romero Iglesias Andrea" userId="66033f85-d191-4c16-828a-83f4a20b2b95" providerId="ADAL" clId="{5EE7A22E-8BCC-4856-80E7-6AE356742004}" dt="2025-11-13T17:11:56.620" v="14" actId="1076"/>
        <pc:sldMkLst>
          <pc:docMk/>
          <pc:sldMk cId="3396561269" sldId="260"/>
        </pc:sldMkLst>
        <pc:graphicFrameChg chg="add mod">
          <ac:chgData name="Romero Iglesias Andrea" userId="66033f85-d191-4c16-828a-83f4a20b2b95" providerId="ADAL" clId="{5EE7A22E-8BCC-4856-80E7-6AE356742004}" dt="2025-11-13T17:11:56.620" v="14" actId="1076"/>
          <ac:graphicFrameMkLst>
            <pc:docMk/>
            <pc:sldMk cId="3396561269" sldId="260"/>
            <ac:graphicFrameMk id="5" creationId="{E48A0D76-7073-C3E7-9B9D-A28A3E694848}"/>
          </ac:graphicFrameMkLst>
        </pc:graphicFrameChg>
      </pc:sldChg>
      <pc:sldChg chg="addSp modSp mod">
        <pc:chgData name="Romero Iglesias Andrea" userId="66033f85-d191-4c16-828a-83f4a20b2b95" providerId="ADAL" clId="{5EE7A22E-8BCC-4856-80E7-6AE356742004}" dt="2025-11-13T17:12:09.981" v="19" actId="1076"/>
        <pc:sldMkLst>
          <pc:docMk/>
          <pc:sldMk cId="1888604944" sldId="261"/>
        </pc:sldMkLst>
        <pc:graphicFrameChg chg="add mod">
          <ac:chgData name="Romero Iglesias Andrea" userId="66033f85-d191-4c16-828a-83f4a20b2b95" providerId="ADAL" clId="{5EE7A22E-8BCC-4856-80E7-6AE356742004}" dt="2025-11-13T17:12:09.981" v="19" actId="1076"/>
          <ac:graphicFrameMkLst>
            <pc:docMk/>
            <pc:sldMk cId="1888604944" sldId="261"/>
            <ac:graphicFrameMk id="5" creationId="{292C2D75-B792-9B92-AF84-73C095924EE0}"/>
          </ac:graphicFrameMkLst>
        </pc:graphicFrameChg>
      </pc:sldChg>
      <pc:sldChg chg="addSp delSp modSp add mod">
        <pc:chgData name="Romero Iglesias Andrea" userId="66033f85-d191-4c16-828a-83f4a20b2b95" providerId="ADAL" clId="{5EE7A22E-8BCC-4856-80E7-6AE356742004}" dt="2025-11-13T17:12:01.793" v="15" actId="21"/>
        <pc:sldMkLst>
          <pc:docMk/>
          <pc:sldMk cId="1474558104" sldId="263"/>
        </pc:sldMkLst>
        <pc:spChg chg="del">
          <ac:chgData name="Romero Iglesias Andrea" userId="66033f85-d191-4c16-828a-83f4a20b2b95" providerId="ADAL" clId="{5EE7A22E-8BCC-4856-80E7-6AE356742004}" dt="2025-11-13T17:04:15.871" v="1" actId="478"/>
          <ac:spMkLst>
            <pc:docMk/>
            <pc:sldMk cId="1474558104" sldId="263"/>
            <ac:spMk id="2" creationId="{3678281F-F1D8-64F9-6DFE-F73A9DF59C59}"/>
          </ac:spMkLst>
        </pc:spChg>
        <pc:spChg chg="mod">
          <ac:chgData name="Romero Iglesias Andrea" userId="66033f85-d191-4c16-828a-83f4a20b2b95" providerId="ADAL" clId="{5EE7A22E-8BCC-4856-80E7-6AE356742004}" dt="2025-11-13T17:05:33.559" v="2"/>
          <ac:spMkLst>
            <pc:docMk/>
            <pc:sldMk cId="1474558104" sldId="263"/>
            <ac:spMk id="20" creationId="{03D5B40C-E7D6-B3BC-297B-27F0B90CF7E5}"/>
          </ac:spMkLst>
        </pc:spChg>
        <pc:graphicFrameChg chg="add del mod">
          <ac:chgData name="Romero Iglesias Andrea" userId="66033f85-d191-4c16-828a-83f4a20b2b95" providerId="ADAL" clId="{5EE7A22E-8BCC-4856-80E7-6AE356742004}" dt="2025-11-13T17:06:41.356" v="6" actId="478"/>
          <ac:graphicFrameMkLst>
            <pc:docMk/>
            <pc:sldMk cId="1474558104" sldId="263"/>
            <ac:graphicFrameMk id="3" creationId="{7555DA16-78C4-E212-77DE-CA20D50F9EB7}"/>
          </ac:graphicFrameMkLst>
        </pc:graphicFrameChg>
        <pc:graphicFrameChg chg="add del mod">
          <ac:chgData name="Romero Iglesias Andrea" userId="66033f85-d191-4c16-828a-83f4a20b2b95" providerId="ADAL" clId="{5EE7A22E-8BCC-4856-80E7-6AE356742004}" dt="2025-11-13T17:12:01.793" v="15" actId="21"/>
          <ac:graphicFrameMkLst>
            <pc:docMk/>
            <pc:sldMk cId="1474558104" sldId="263"/>
            <ac:graphicFrameMk id="5" creationId="{292C2D75-B792-9B92-AF84-73C095924EE0}"/>
          </ac:graphicFrameMkLst>
        </pc:graphicFrameChg>
      </pc:sldChg>
    </pc:docChg>
  </pc:docChgLst>
  <pc:docChgLst>
    <pc:chgData name="Romero Iglesias Andrea" userId="66033f85-d191-4c16-828a-83f4a20b2b95" providerId="ADAL" clId="{BFAC68E9-D0F6-423B-90B8-EE426599D198}"/>
    <pc:docChg chg="custSel delSld modSld">
      <pc:chgData name="Romero Iglesias Andrea" userId="66033f85-d191-4c16-828a-83f4a20b2b95" providerId="ADAL" clId="{BFAC68E9-D0F6-423B-90B8-EE426599D198}" dt="2025-07-21T18:26:33.293" v="78" actId="1038"/>
      <pc:docMkLst>
        <pc:docMk/>
      </pc:docMkLst>
      <pc:sldChg chg="addSp delSp modSp mod">
        <pc:chgData name="Romero Iglesias Andrea" userId="66033f85-d191-4c16-828a-83f4a20b2b95" providerId="ADAL" clId="{BFAC68E9-D0F6-423B-90B8-EE426599D198}" dt="2025-07-21T18:26:33.293" v="78" actId="1038"/>
        <pc:sldMkLst>
          <pc:docMk/>
          <pc:sldMk cId="3396561269" sldId="260"/>
        </pc:sldMkLst>
      </pc:sldChg>
      <pc:sldChg chg="del">
        <pc:chgData name="Romero Iglesias Andrea" userId="66033f85-d191-4c16-828a-83f4a20b2b95" providerId="ADAL" clId="{BFAC68E9-D0F6-423B-90B8-EE426599D198}" dt="2025-07-21T17:58:36.040" v="0" actId="47"/>
        <pc:sldMkLst>
          <pc:docMk/>
          <pc:sldMk cId="3421985754" sldId="265"/>
        </pc:sldMkLst>
      </pc:sldChg>
      <pc:sldChg chg="del">
        <pc:chgData name="Romero Iglesias Andrea" userId="66033f85-d191-4c16-828a-83f4a20b2b95" providerId="ADAL" clId="{BFAC68E9-D0F6-423B-90B8-EE426599D198}" dt="2025-07-21T17:58:36.040" v="0" actId="47"/>
        <pc:sldMkLst>
          <pc:docMk/>
          <pc:sldMk cId="3407613985" sldId="266"/>
        </pc:sldMkLst>
      </pc:sldChg>
      <pc:sldChg chg="del">
        <pc:chgData name="Romero Iglesias Andrea" userId="66033f85-d191-4c16-828a-83f4a20b2b95" providerId="ADAL" clId="{BFAC68E9-D0F6-423B-90B8-EE426599D198}" dt="2025-07-21T17:58:36.040" v="0" actId="47"/>
        <pc:sldMkLst>
          <pc:docMk/>
          <pc:sldMk cId="1744799844" sldId="267"/>
        </pc:sldMkLst>
      </pc:sldChg>
      <pc:sldChg chg="del">
        <pc:chgData name="Romero Iglesias Andrea" userId="66033f85-d191-4c16-828a-83f4a20b2b95" providerId="ADAL" clId="{BFAC68E9-D0F6-423B-90B8-EE426599D198}" dt="2025-07-21T17:58:36.040" v="0" actId="47"/>
        <pc:sldMkLst>
          <pc:docMk/>
          <pc:sldMk cId="1832069096" sldId="268"/>
        </pc:sldMkLst>
      </pc:sldChg>
      <pc:sldChg chg="del">
        <pc:chgData name="Romero Iglesias Andrea" userId="66033f85-d191-4c16-828a-83f4a20b2b95" providerId="ADAL" clId="{BFAC68E9-D0F6-423B-90B8-EE426599D198}" dt="2025-07-21T17:58:36.040" v="0" actId="47"/>
        <pc:sldMkLst>
          <pc:docMk/>
          <pc:sldMk cId="4036913690" sldId="269"/>
        </pc:sldMkLst>
      </pc:sldChg>
    </pc:docChg>
  </pc:docChgLst>
  <pc:docChgLst>
    <pc:chgData name="Lopez-Huerta Anitua Sofia" userId="25edfd6f-f70a-4e5c-828e-3f408dc936ef" providerId="ADAL" clId="{4AA3F8F0-BA17-404F-A1E1-C6BA910C5B8F}"/>
    <pc:docChg chg="undo custSel addSld delSld modSld">
      <pc:chgData name="Lopez-Huerta Anitua Sofia" userId="25edfd6f-f70a-4e5c-828e-3f408dc936ef" providerId="ADAL" clId="{4AA3F8F0-BA17-404F-A1E1-C6BA910C5B8F}" dt="2025-10-01T11:20:23.226" v="189" actId="2696"/>
      <pc:docMkLst>
        <pc:docMk/>
      </pc:docMkLst>
      <pc:sldChg chg="modSp mod">
        <pc:chgData name="Lopez-Huerta Anitua Sofia" userId="25edfd6f-f70a-4e5c-828e-3f408dc936ef" providerId="ADAL" clId="{4AA3F8F0-BA17-404F-A1E1-C6BA910C5B8F}" dt="2025-10-01T10:57:46.052" v="142" actId="20577"/>
        <pc:sldMkLst>
          <pc:docMk/>
          <pc:sldMk cId="3806464891" sldId="259"/>
        </pc:sldMkLst>
      </pc:sldChg>
      <pc:sldChg chg="addSp delSp modSp mod">
        <pc:chgData name="Lopez-Huerta Anitua Sofia" userId="25edfd6f-f70a-4e5c-828e-3f408dc936ef" providerId="ADAL" clId="{4AA3F8F0-BA17-404F-A1E1-C6BA910C5B8F}" dt="2025-10-01T11:17:20.120" v="188" actId="14100"/>
        <pc:sldMkLst>
          <pc:docMk/>
          <pc:sldMk cId="3396561269" sldId="260"/>
        </pc:sldMkLst>
      </pc:sldChg>
      <pc:sldChg chg="modSp mod">
        <pc:chgData name="Lopez-Huerta Anitua Sofia" userId="25edfd6f-f70a-4e5c-828e-3f408dc936ef" providerId="ADAL" clId="{4AA3F8F0-BA17-404F-A1E1-C6BA910C5B8F}" dt="2025-10-01T10:57:44.043" v="140" actId="20577"/>
        <pc:sldMkLst>
          <pc:docMk/>
          <pc:sldMk cId="1888604944" sldId="261"/>
        </pc:sldMkLst>
      </pc:sldChg>
      <pc:sldChg chg="addSp delSp modSp mod">
        <pc:chgData name="Lopez-Huerta Anitua Sofia" userId="25edfd6f-f70a-4e5c-828e-3f408dc936ef" providerId="ADAL" clId="{4AA3F8F0-BA17-404F-A1E1-C6BA910C5B8F}" dt="2025-10-01T11:16:09.168" v="177" actId="692"/>
        <pc:sldMkLst>
          <pc:docMk/>
          <pc:sldMk cId="165460330" sldId="262"/>
        </pc:sldMkLst>
      </pc:sldChg>
      <pc:sldChg chg="addSp delSp modSp add del mod">
        <pc:chgData name="Lopez-Huerta Anitua Sofia" userId="25edfd6f-f70a-4e5c-828e-3f408dc936ef" providerId="ADAL" clId="{4AA3F8F0-BA17-404F-A1E1-C6BA910C5B8F}" dt="2025-10-01T11:20:23.226" v="189" actId="2696"/>
        <pc:sldMkLst>
          <pc:docMk/>
          <pc:sldMk cId="1809156023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23E40-835B-4955-9747-8B20CBADCFA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E8875-F7DB-44A0-A0F2-D975D5CBD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07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76FC-7CFC-0FEA-9557-C0C756A93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492F2-1E46-62DC-8A3A-9A08D051B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74C47-AB9D-6F65-B124-F8971D3ED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AEBF9-C84B-CA69-96FF-3D338B76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8875-F7DB-44A0-A0F2-D975D5CBDAE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629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B9754-B880-AFFA-C096-795A7CCAD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629C5-3B2C-06F0-A877-74F57FDAF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6757A-2EC2-25EC-2984-4F16AB248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EBBF1-056B-E509-9801-25DACE1E2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8875-F7DB-44A0-A0F2-D975D5CBDAE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361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3D58C-425F-7C8F-BFB5-282C270D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B6CD9-4346-3716-011F-64DADEA4A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41DB9-5E69-6EB7-D477-9B421B9BF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C2772-C093-C2AB-DD65-F5354EC91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8875-F7DB-44A0-A0F2-D975D5CBDAE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469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78F6-9B0B-C5B9-464C-21A484D21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0C26C-67ED-AB31-D07B-74C3719B2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C2917-A150-1AEE-1E27-7F9073C8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7B00F-EF6A-AFAB-6A4E-21CDB1B41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A48B2-D2CF-D71C-EADF-284D25B4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56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918B-9454-1CBF-A4D8-651EAA01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DC142-7238-0B58-EF0C-F8E108EB7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2A085-7C23-C8C9-E89D-B50B2DAEE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FD330-8D8E-BF37-7EBC-1BAB592E9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F66B5-4680-B6D6-9054-CF024A6C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88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1E90-7B58-8C01-BA71-BD40C2C3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B8240-2A47-985B-F547-D7B2CD60B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F1A34-7746-6594-ABA3-4358EC88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C300F-3285-954A-B238-9B37263F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755B9-8B7B-509C-A9BE-89AB133C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399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F03C-F031-9089-6EB0-B663DDE4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994A8-75DA-D7DB-B911-6698C7D17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45DD3-A487-6A64-2720-ADEAB9C4E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8DEDE-10C4-6254-CFFA-3D11F2F6D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F7613-4D22-434E-FC54-6FD57637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F07F4-276E-9AF0-5FB5-39751A14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85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9C01-8E50-1D07-6A35-7E21B1B5B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65404-5E4A-8B6D-12B2-768205BE4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C3EE9-A3B0-177D-8EC1-A4FACDCDD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B243F4-B148-D8E9-3A85-0CFA70E20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99FA7-A573-FCBE-7F1D-3204D6D46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B806C-705C-C8F5-84DC-D746E84F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CCD83-D585-3CB2-BFE2-FEF17E24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0D4D7-4684-182C-2420-70C50DBE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818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976B-AB61-6682-1DC4-4E656DBC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ED347B-2914-61AD-272C-92E2B2B97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1E4DA-1A39-4182-B1F7-BE3D76E6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4297F-F07D-96AF-F356-20E18F05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686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0C5F9-7192-DEF8-504C-39EDA9E61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9479C-12DC-76E7-FF40-1453466D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00D50-BFFE-E5B3-C439-C285B2457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48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047BE-0B53-15E2-9598-B0B42E606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053F-E3CB-D326-5FBB-7BB4CFDFC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F2D54-E062-2DDB-15D7-5E2E2FCAB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4FB9-3342-3336-0996-2595612B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E5F1B-3BAF-744F-70AF-B6DA8E68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9E361-AE19-3D65-A483-819F7FCE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96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B7935-7BBA-B8B0-277B-BD093A78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B0ABB-6AB4-EFFA-E350-841801512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1E4A3-C3FC-6335-C204-52016CB19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00290-C881-B35B-CF68-DE493162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1D717-8CA4-C2C5-3DF5-A532A5C4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24D85-BB0F-B8A2-56E6-EABAFF3CD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123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DF6F7-215A-0DDA-F7F9-189550A2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3A054-3155-7A6F-7256-D1FCFEB04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A9FFC-EB88-B157-B3D3-EA77B07D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2E14E-3562-01B7-212A-A1183933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80403-7E03-82CC-AAE8-43E439DD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31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80C64-430B-A717-E266-A9A933443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26725-224B-AEB8-921B-93123F3E1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17078-88C4-4B2B-F8F9-0EAABC90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C9FF1-A0E1-1D4E-5DBD-D66102D3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54625-1B59-E12B-F60F-6CB0FCBF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53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8308C7F-8E1E-79F6-1BF9-001817B116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655114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4" imgH="403" progId="TCLayout.ActiveDocument.1">
                  <p:embed/>
                </p:oleObj>
              </mc:Choice>
              <mc:Fallback>
                <p:oleObj name="think-cell Slide" r:id="rId14" imgW="404" imgH="40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308C7F-8E1E-79F6-1BF9-001817B116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AE3FD7-7728-FB91-268F-95615D78B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777F6-B5C2-DF26-24EB-140C84B3D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8C860-CC71-393D-F93E-B21AE9BA1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7D77F-FFD6-4C0C-850E-EC6D191ED3D5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665E1-3F53-C756-1935-39120D05C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3EA1-A078-C4E6-6A4C-444877BB4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BEECFB-240C-40A7-A2E4-43BD5131F7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7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hyperlink" Target="https://santandernet.sharepoint.com/:f:/r/sites/PublicPolicyGabinete/Shared%20Documents/Public%20Policy%20sharefolder?csf=1&amp;web=1&amp;e=cErLrO" TargetMode="Externa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11" Type="http://schemas.openxmlformats.org/officeDocument/2006/relationships/image" Target="../media/image10.emf"/><Relationship Id="rId5" Type="http://schemas.openxmlformats.org/officeDocument/2006/relationships/image" Target="../media/image1.emf"/><Relationship Id="rId10" Type="http://schemas.openxmlformats.org/officeDocument/2006/relationships/package" Target="../embeddings/Microsoft_Excel_Worksheet.xlsx"/><Relationship Id="rId4" Type="http://schemas.openxmlformats.org/officeDocument/2006/relationships/oleObject" Target="../embeddings/oleObject4.bin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D9DC-64E9-B59E-46D8-975763D03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EC60F14-1827-02AF-6229-941FFC5B7C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72915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C60F14-1827-02AF-6229-941FFC5B7C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E46FC49-2C9C-B233-AC8C-DC5F3B519EE2}"/>
              </a:ext>
            </a:extLst>
          </p:cNvPr>
          <p:cNvSpPr/>
          <p:nvPr/>
        </p:nvSpPr>
        <p:spPr>
          <a:xfrm>
            <a:off x="0" y="816558"/>
            <a:ext cx="12192000" cy="604144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505EB-7F2D-A5DF-4211-817CB2695DF8}"/>
              </a:ext>
            </a:extLst>
          </p:cNvPr>
          <p:cNvSpPr txBox="1"/>
          <p:nvPr/>
        </p:nvSpPr>
        <p:spPr>
          <a:xfrm>
            <a:off x="587682" y="1037294"/>
            <a:ext cx="423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antander Text" panose="020B0504020201020104" pitchFamily="34" charset="0"/>
              </a:rPr>
              <a:t>Click in the following: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0E4853-8809-CF33-A0FE-EF7ADE2E96D1}"/>
              </a:ext>
            </a:extLst>
          </p:cNvPr>
          <p:cNvSpPr txBox="1"/>
          <p:nvPr/>
        </p:nvSpPr>
        <p:spPr>
          <a:xfrm>
            <a:off x="3856559" y="1037294"/>
            <a:ext cx="81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>
                <a:solidFill>
                  <a:srgbClr val="0070C0"/>
                </a:solidFill>
                <a:latin typeface="Santander Text" panose="020B0504020201020104" pitchFamily="34" charset="0"/>
                <a:hlinkClick r:id="rId5"/>
              </a:rPr>
              <a:t>LINK</a:t>
            </a:r>
            <a:endParaRPr lang="en-GB" sz="2400" b="1" u="sng" dirty="0">
              <a:solidFill>
                <a:srgbClr val="0070C0"/>
              </a:solidFill>
              <a:latin typeface="Santander Text" panose="020B05040202010201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0C491E-0670-AEC8-E166-BF44BC5629A4}"/>
              </a:ext>
            </a:extLst>
          </p:cNvPr>
          <p:cNvSpPr txBox="1"/>
          <p:nvPr/>
        </p:nvSpPr>
        <p:spPr>
          <a:xfrm>
            <a:off x="587683" y="170226"/>
            <a:ext cx="5989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ACCESS</a:t>
            </a:r>
            <a:endParaRPr lang="en-GB" sz="3600" b="1" dirty="0">
              <a:latin typeface="Santander Text" panose="020B05040202010201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9302545-2AF3-4DCE-03A0-8BF4349110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06" y="1787440"/>
            <a:ext cx="9236094" cy="44050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46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184B5-76A6-C5EF-C38A-107C38CE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4CC776F-604B-DB8E-83BC-D61FDB3276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85152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CC776F-604B-DB8E-83BC-D61FDB3276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1783A31-D107-72A0-81D1-53318681B0D7}"/>
              </a:ext>
            </a:extLst>
          </p:cNvPr>
          <p:cNvSpPr txBox="1"/>
          <p:nvPr/>
        </p:nvSpPr>
        <p:spPr>
          <a:xfrm>
            <a:off x="587683" y="170226"/>
            <a:ext cx="5989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1. Briefings</a:t>
            </a:r>
            <a:endParaRPr lang="en-GB" sz="3600" b="1" dirty="0">
              <a:latin typeface="Santander Text" panose="020B05040202010201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95C92F-834B-3C94-9B31-2DDC56052224}"/>
              </a:ext>
            </a:extLst>
          </p:cNvPr>
          <p:cNvSpPr/>
          <p:nvPr/>
        </p:nvSpPr>
        <p:spPr>
          <a:xfrm>
            <a:off x="0" y="816558"/>
            <a:ext cx="12192000" cy="604144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0BE7D0-9C7B-942C-5059-9B7A3AA1C1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92" t="-1" r="4418" b="27328"/>
          <a:stretch/>
        </p:blipFill>
        <p:spPr>
          <a:xfrm>
            <a:off x="5253015" y="2756794"/>
            <a:ext cx="6722178" cy="3560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1F6390-4234-85EE-62F3-8A6BE0D6B7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793" t="29281" r="70532"/>
          <a:stretch/>
        </p:blipFill>
        <p:spPr>
          <a:xfrm>
            <a:off x="266083" y="991513"/>
            <a:ext cx="1681504" cy="19535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36F0B52-0E32-9BF9-DE57-0E87ABD0EE0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35373"/>
          <a:stretch/>
        </p:blipFill>
        <p:spPr>
          <a:xfrm>
            <a:off x="2060484" y="2150859"/>
            <a:ext cx="3079634" cy="32421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Arrow: Striped Right 18">
            <a:extLst>
              <a:ext uri="{FF2B5EF4-FFF2-40B4-BE49-F238E27FC236}">
                <a16:creationId xmlns:a16="http://schemas.microsoft.com/office/drawing/2014/main" id="{E6130B0C-2E3B-35D2-500C-108DA167251E}"/>
              </a:ext>
            </a:extLst>
          </p:cNvPr>
          <p:cNvSpPr/>
          <p:nvPr/>
        </p:nvSpPr>
        <p:spPr>
          <a:xfrm>
            <a:off x="1719221" y="2351207"/>
            <a:ext cx="460120" cy="401327"/>
          </a:xfrm>
          <a:prstGeom prst="stripedRightArrow">
            <a:avLst>
              <a:gd name="adj1" fmla="val 50979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row: Striped Right 2">
            <a:extLst>
              <a:ext uri="{FF2B5EF4-FFF2-40B4-BE49-F238E27FC236}">
                <a16:creationId xmlns:a16="http://schemas.microsoft.com/office/drawing/2014/main" id="{052F00E4-A308-C25F-993A-6F01EEB1889E}"/>
              </a:ext>
            </a:extLst>
          </p:cNvPr>
          <p:cNvSpPr/>
          <p:nvPr/>
        </p:nvSpPr>
        <p:spPr>
          <a:xfrm>
            <a:off x="4894284" y="2894862"/>
            <a:ext cx="460120" cy="401327"/>
          </a:xfrm>
          <a:prstGeom prst="stripedRightArrow">
            <a:avLst>
              <a:gd name="adj1" fmla="val 50979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ED77A-E7AB-D8EA-F29F-B7C6CF9A3258}"/>
              </a:ext>
            </a:extLst>
          </p:cNvPr>
          <p:cNvSpPr/>
          <p:nvPr/>
        </p:nvSpPr>
        <p:spPr>
          <a:xfrm>
            <a:off x="341557" y="2306594"/>
            <a:ext cx="1270728" cy="4905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8C0DA3-1BF6-6E4B-01AE-87FEFD2806F9}"/>
              </a:ext>
            </a:extLst>
          </p:cNvPr>
          <p:cNvSpPr/>
          <p:nvPr/>
        </p:nvSpPr>
        <p:spPr>
          <a:xfrm>
            <a:off x="2238066" y="2859931"/>
            <a:ext cx="2542011" cy="493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9C0403-511E-4DEC-FC24-874D0AD0A46A}"/>
              </a:ext>
            </a:extLst>
          </p:cNvPr>
          <p:cNvSpPr txBox="1"/>
          <p:nvPr/>
        </p:nvSpPr>
        <p:spPr>
          <a:xfrm>
            <a:off x="3447812" y="5508326"/>
            <a:ext cx="569387" cy="1041094"/>
          </a:xfrm>
          <a:prstGeom prst="rect">
            <a:avLst/>
          </a:prstGeom>
          <a:noFill/>
        </p:spPr>
        <p:txBody>
          <a:bodyPr vert="eaVert" wrap="square" rtlCol="0" anchor="ctr">
            <a:spAutoFit/>
          </a:bodyPr>
          <a:lstStyle/>
          <a:p>
            <a:pPr algn="just"/>
            <a:r>
              <a:rPr lang="en-GB" sz="2500" dirty="0">
                <a:latin typeface="Santander Text" panose="020B0504020201020104" pitchFamily="34" charset="0"/>
              </a:rPr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1A4F08-42F4-042E-41F2-65906F0791BE}"/>
              </a:ext>
            </a:extLst>
          </p:cNvPr>
          <p:cNvSpPr txBox="1"/>
          <p:nvPr/>
        </p:nvSpPr>
        <p:spPr>
          <a:xfrm>
            <a:off x="8406530" y="6367645"/>
            <a:ext cx="569387" cy="1041094"/>
          </a:xfrm>
          <a:prstGeom prst="rect">
            <a:avLst/>
          </a:prstGeom>
          <a:noFill/>
        </p:spPr>
        <p:txBody>
          <a:bodyPr vert="eaVert" wrap="square" rtlCol="0" anchor="ctr">
            <a:spAutoFit/>
          </a:bodyPr>
          <a:lstStyle/>
          <a:p>
            <a:pPr algn="just"/>
            <a:r>
              <a:rPr lang="en-GB" sz="2500" dirty="0">
                <a:latin typeface="Santander Text" panose="020B05040202010201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0646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D572D-B757-1438-D602-584C7D5F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3FB554A-A946-F035-F0E0-37AC2FB3B5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410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FB554A-A946-F035-F0E0-37AC2FB3B5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6D6BA89-D323-6BAC-2CB4-2328CF6FBEE5}"/>
              </a:ext>
            </a:extLst>
          </p:cNvPr>
          <p:cNvSpPr txBox="1"/>
          <p:nvPr/>
        </p:nvSpPr>
        <p:spPr>
          <a:xfrm>
            <a:off x="587683" y="170226"/>
            <a:ext cx="5989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2. General Narratives</a:t>
            </a:r>
            <a:endParaRPr lang="en-GB" sz="3600" b="1" dirty="0">
              <a:latin typeface="Santander Text" panose="020B05040202010201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698A93-23EE-97AA-1AC8-9B569FB40D05}"/>
              </a:ext>
            </a:extLst>
          </p:cNvPr>
          <p:cNvSpPr/>
          <p:nvPr/>
        </p:nvSpPr>
        <p:spPr>
          <a:xfrm>
            <a:off x="0" y="816558"/>
            <a:ext cx="12192000" cy="604144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B46C5A-3047-D61E-2E74-9BCC9BF2E4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21" r="22932" b="15245"/>
          <a:stretch/>
        </p:blipFill>
        <p:spPr>
          <a:xfrm>
            <a:off x="7257327" y="2928464"/>
            <a:ext cx="4236778" cy="35502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C5E0153-DA01-6A8B-A0C0-5C8EF5256195}"/>
              </a:ext>
            </a:extLst>
          </p:cNvPr>
          <p:cNvSpPr/>
          <p:nvPr/>
        </p:nvSpPr>
        <p:spPr>
          <a:xfrm>
            <a:off x="3565222" y="3140219"/>
            <a:ext cx="3477154" cy="37126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762612-CCA4-AB95-CB7C-04DB4854B00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516"/>
          <a:stretch/>
        </p:blipFill>
        <p:spPr>
          <a:xfrm>
            <a:off x="3016563" y="958468"/>
            <a:ext cx="5345497" cy="10322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4A1BE0-1F1B-BD73-2DD9-BA86E36782A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825" r="11569"/>
          <a:stretch/>
        </p:blipFill>
        <p:spPr>
          <a:xfrm>
            <a:off x="319490" y="958467"/>
            <a:ext cx="2489811" cy="14323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46D5DB-B3FA-390D-7322-702049E08C7A}"/>
              </a:ext>
            </a:extLst>
          </p:cNvPr>
          <p:cNvSpPr/>
          <p:nvPr/>
        </p:nvSpPr>
        <p:spPr>
          <a:xfrm>
            <a:off x="892524" y="1954088"/>
            <a:ext cx="1854660" cy="37126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Striped Right 24">
            <a:extLst>
              <a:ext uri="{FF2B5EF4-FFF2-40B4-BE49-F238E27FC236}">
                <a16:creationId xmlns:a16="http://schemas.microsoft.com/office/drawing/2014/main" id="{336FDB0A-A49F-4E05-BFD6-75DC5E50CB5D}"/>
              </a:ext>
            </a:extLst>
          </p:cNvPr>
          <p:cNvSpPr/>
          <p:nvPr/>
        </p:nvSpPr>
        <p:spPr>
          <a:xfrm>
            <a:off x="2771436" y="1441580"/>
            <a:ext cx="357355" cy="401327"/>
          </a:xfrm>
          <a:prstGeom prst="stripedRightArrow">
            <a:avLst>
              <a:gd name="adj1" fmla="val 50979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40CE00-4C5B-8858-3884-2F9AAD328FAD}"/>
              </a:ext>
            </a:extLst>
          </p:cNvPr>
          <p:cNvSpPr/>
          <p:nvPr/>
        </p:nvSpPr>
        <p:spPr>
          <a:xfrm>
            <a:off x="892524" y="1441580"/>
            <a:ext cx="1854660" cy="371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CCFF439-5E6F-CF25-8E83-47F51C5C4D3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18160"/>
          <a:stretch>
            <a:fillRect/>
          </a:stretch>
        </p:blipFill>
        <p:spPr>
          <a:xfrm>
            <a:off x="3008123" y="2063595"/>
            <a:ext cx="4091177" cy="39778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Arrow: Striped Right 18">
            <a:extLst>
              <a:ext uri="{FF2B5EF4-FFF2-40B4-BE49-F238E27FC236}">
                <a16:creationId xmlns:a16="http://schemas.microsoft.com/office/drawing/2014/main" id="{6BF6BE79-6262-E480-A959-C30DFF77302D}"/>
              </a:ext>
            </a:extLst>
          </p:cNvPr>
          <p:cNvSpPr/>
          <p:nvPr/>
        </p:nvSpPr>
        <p:spPr>
          <a:xfrm>
            <a:off x="2771436" y="1960629"/>
            <a:ext cx="357355" cy="401327"/>
          </a:xfrm>
          <a:prstGeom prst="stripedRightArrow">
            <a:avLst>
              <a:gd name="adj1" fmla="val 50979"/>
              <a:gd name="adj2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row: Striped Right 23">
            <a:extLst>
              <a:ext uri="{FF2B5EF4-FFF2-40B4-BE49-F238E27FC236}">
                <a16:creationId xmlns:a16="http://schemas.microsoft.com/office/drawing/2014/main" id="{0284AAF2-523A-8D41-82FC-87723440EEC3}"/>
              </a:ext>
            </a:extLst>
          </p:cNvPr>
          <p:cNvSpPr/>
          <p:nvPr/>
        </p:nvSpPr>
        <p:spPr>
          <a:xfrm>
            <a:off x="6995215" y="2939555"/>
            <a:ext cx="366197" cy="401327"/>
          </a:xfrm>
          <a:prstGeom prst="stripedRightArrow">
            <a:avLst>
              <a:gd name="adj1" fmla="val 50979"/>
              <a:gd name="adj2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865DD0BB-7C48-85DC-79F6-D271596331B5}"/>
              </a:ext>
            </a:extLst>
          </p:cNvPr>
          <p:cNvSpPr/>
          <p:nvPr/>
        </p:nvSpPr>
        <p:spPr>
          <a:xfrm>
            <a:off x="3439047" y="2943226"/>
            <a:ext cx="3556167" cy="37126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48A0D76-7073-C3E7-9B9D-A28A3E6948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103493"/>
              </p:ext>
            </p:extLst>
          </p:nvPr>
        </p:nvGraphicFramePr>
        <p:xfrm>
          <a:off x="10107423" y="915283"/>
          <a:ext cx="1550484" cy="1308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10" imgW="914502" imgH="771525" progId="Excel.Sheet.12">
                  <p:embed/>
                </p:oleObj>
              </mc:Choice>
              <mc:Fallback>
                <p:oleObj name="Worksheet" showAsIcon="1" r:id="rId10" imgW="914502" imgH="771525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48A0D76-7073-C3E7-9B9D-A28A3E694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107423" y="915283"/>
                        <a:ext cx="1550484" cy="1308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6561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ADBD-67D3-2049-F827-82A0FF62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3E3DDA1-AF8E-3840-A072-8FD1ED9FF7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E3DDA1-AF8E-3840-A072-8FD1ED9FF7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46AA3F7-C77C-DCCB-9FA1-D619CC8B211E}"/>
              </a:ext>
            </a:extLst>
          </p:cNvPr>
          <p:cNvSpPr txBox="1"/>
          <p:nvPr/>
        </p:nvSpPr>
        <p:spPr>
          <a:xfrm>
            <a:off x="587682" y="170226"/>
            <a:ext cx="8809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3. Public Policy Events and Meetings</a:t>
            </a:r>
            <a:endParaRPr lang="en-GB" sz="3600" b="1" dirty="0">
              <a:latin typeface="Santander Text" panose="020B05040202010201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A0F6D5-C761-94DA-2AB8-7C739AE009A2}"/>
              </a:ext>
            </a:extLst>
          </p:cNvPr>
          <p:cNvSpPr/>
          <p:nvPr/>
        </p:nvSpPr>
        <p:spPr>
          <a:xfrm>
            <a:off x="0" y="816558"/>
            <a:ext cx="12192000" cy="604144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04E4AC-8F66-09D8-45B6-E1002081BE30}"/>
              </a:ext>
            </a:extLst>
          </p:cNvPr>
          <p:cNvSpPr txBox="1"/>
          <p:nvPr/>
        </p:nvSpPr>
        <p:spPr>
          <a:xfrm>
            <a:off x="587682" y="982209"/>
            <a:ext cx="1124443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</a:pPr>
            <a:r>
              <a:rPr lang="en-GB" sz="2300" dirty="0">
                <a:latin typeface="Santander Text" panose="020B0504020201020104" pitchFamily="34" charset="0"/>
              </a:rPr>
              <a:t>The tracker includes the following details: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2300" b="1" dirty="0">
                <a:latin typeface="Santander Text" panose="020B0504020201020104" pitchFamily="34" charset="0"/>
              </a:rPr>
              <a:t>Date: </a:t>
            </a:r>
            <a:r>
              <a:rPr lang="en-GB" sz="2300" i="1" dirty="0">
                <a:latin typeface="Santander Text" panose="020B0504020201020104" pitchFamily="34" charset="0"/>
              </a:rPr>
              <a:t> Date the event took place.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2300" b="1" dirty="0">
                <a:latin typeface="Santander Text" panose="020B0504020201020104" pitchFamily="34" charset="0"/>
              </a:rPr>
              <a:t>Meeting/event name: </a:t>
            </a:r>
            <a:r>
              <a:rPr lang="en-GB" sz="2300" i="1" dirty="0">
                <a:latin typeface="Santander Text" panose="020B0504020201020104" pitchFamily="34" charset="0"/>
              </a:rPr>
              <a:t>Title or name of the meeting or event held.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2300" b="1" dirty="0">
                <a:latin typeface="Santander Text" panose="020B0504020201020104" pitchFamily="34" charset="0"/>
              </a:rPr>
              <a:t>Speaker/attendee: </a:t>
            </a:r>
            <a:r>
              <a:rPr lang="en-GB" sz="2300" i="1" dirty="0">
                <a:latin typeface="Santander Text" panose="020B0504020201020104" pitchFamily="34" charset="0"/>
              </a:rPr>
              <a:t>Name of the speaker / attendee (e.g., AB, HG, JAA, J.G. Cantera).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2300" b="1" dirty="0">
                <a:latin typeface="Santander Text" panose="020B0504020201020104" pitchFamily="34" charset="0"/>
              </a:rPr>
              <a:t>Location: </a:t>
            </a:r>
            <a:r>
              <a:rPr lang="en-GB" sz="2300" i="1" dirty="0">
                <a:latin typeface="Santander Text" panose="020B0504020201020104" pitchFamily="34" charset="0"/>
              </a:rPr>
              <a:t>Venue or place where the meeting was conducted.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2300" b="1" dirty="0">
                <a:latin typeface="Santander Text" panose="020B0504020201020104" pitchFamily="34" charset="0"/>
              </a:rPr>
              <a:t>Primary owner: </a:t>
            </a:r>
            <a:r>
              <a:rPr lang="en-GB" sz="2300" i="1" dirty="0">
                <a:latin typeface="Santander Text" panose="020B0504020201020104" pitchFamily="34" charset="0"/>
              </a:rPr>
              <a:t>Individual primarily responsible for the materials.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2300" b="1" dirty="0">
                <a:latin typeface="Santander Text" panose="020B0504020201020104" pitchFamily="34" charset="0"/>
              </a:rPr>
              <a:t>Secondary owner: </a:t>
            </a:r>
            <a:r>
              <a:rPr lang="en-GB" sz="2300" i="1" dirty="0">
                <a:latin typeface="Santander Text" panose="020B0504020201020104" pitchFamily="34" charset="0"/>
              </a:rPr>
              <a:t>People who assisted in preparing the materials.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2300" b="1" dirty="0">
                <a:latin typeface="Santander Text" panose="020B0504020201020104" pitchFamily="34" charset="0"/>
              </a:rPr>
              <a:t>Follow-up (Y/N): </a:t>
            </a:r>
            <a:r>
              <a:rPr lang="en-GB" sz="2300" i="1" dirty="0">
                <a:latin typeface="Santander Text" panose="020B0504020201020104" pitchFamily="34" charset="0"/>
              </a:rPr>
              <a:t>Indicates whether a follow-up action has occurred (e.g., letter).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2300" b="1" dirty="0">
                <a:latin typeface="Santander Text" panose="020B0504020201020104" pitchFamily="34" charset="0"/>
              </a:rPr>
              <a:t>Link to materials/folder: </a:t>
            </a:r>
            <a:r>
              <a:rPr lang="en-GB" sz="2300" i="1" dirty="0">
                <a:latin typeface="Santander Text" panose="020B0504020201020104" pitchFamily="34" charset="0"/>
              </a:rPr>
              <a:t>Direct link to the folder/document where materials are placed.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2300" b="1" dirty="0">
                <a:latin typeface="Santander Text" panose="020B0504020201020104" pitchFamily="34" charset="0"/>
              </a:rPr>
              <a:t>Meeting Outcome &amp; Feedback: </a:t>
            </a:r>
            <a:r>
              <a:rPr lang="en-GB" sz="2300" i="1" dirty="0">
                <a:latin typeface="Santander Text" panose="020B0504020201020104" pitchFamily="34" charset="0"/>
              </a:rPr>
              <a:t>Key points discussed during the meeting and any feedback received.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92C2D75-B792-9B92-AF84-73C095924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297684"/>
              </p:ext>
            </p:extLst>
          </p:nvPr>
        </p:nvGraphicFramePr>
        <p:xfrm>
          <a:off x="10167257" y="906009"/>
          <a:ext cx="1751945" cy="147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6" imgW="914502" imgH="771525" progId="Excel.Sheet.12">
                  <p:embed/>
                </p:oleObj>
              </mc:Choice>
              <mc:Fallback>
                <p:oleObj name="Worksheet" showAsIcon="1" r:id="rId6" imgW="914502" imgH="771525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92C2D75-B792-9B92-AF84-73C095924E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67257" y="906009"/>
                        <a:ext cx="1751945" cy="14782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86049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3F56AA61BD634CB232733B16DBC11A" ma:contentTypeVersion="21" ma:contentTypeDescription="Create a new document." ma:contentTypeScope="" ma:versionID="80fc0ae3155ba74c31c493c61196f34d">
  <xsd:schema xmlns:xsd="http://www.w3.org/2001/XMLSchema" xmlns:xs="http://www.w3.org/2001/XMLSchema" xmlns:p="http://schemas.microsoft.com/office/2006/metadata/properties" xmlns:ns1="http://schemas.microsoft.com/sharepoint/v3" xmlns:ns2="fd1cd572-a8dc-473d-a552-c04f804c2c1e" xmlns:ns3="1b1f23b7-f928-4ca0-a71b-b082b0b358f2" targetNamespace="http://schemas.microsoft.com/office/2006/metadata/properties" ma:root="true" ma:fieldsID="7d34e2d098516e5566d474787d72b528" ns1:_="" ns2:_="" ns3:_="">
    <xsd:import namespace="http://schemas.microsoft.com/sharepoint/v3"/>
    <xsd:import namespace="fd1cd572-a8dc-473d-a552-c04f804c2c1e"/>
    <xsd:import namespace="1b1f23b7-f928-4ca0-a71b-b082b0b358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1cd572-a8dc-473d-a552-c04f804c2c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1f23b7-f928-4ca0-a71b-b082b0b358f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21b08121-ab15-4b30-83ab-7c77c57c205b}" ma:internalName="TaxCatchAll" ma:showField="CatchAllData" ma:web="1b1f23b7-f928-4ca0-a71b-b082b0b358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fd1cd572-a8dc-473d-a552-c04f804c2c1e">
      <Terms xmlns="http://schemas.microsoft.com/office/infopath/2007/PartnerControls"/>
    </lcf76f155ced4ddcb4097134ff3c332f>
    <TaxCatchAll xmlns="1b1f23b7-f928-4ca0-a71b-b082b0b358f2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7314427F-62E5-4BBC-9FEE-5C340B2B3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d1cd572-a8dc-473d-a552-c04f804c2c1e"/>
    <ds:schemaRef ds:uri="1b1f23b7-f928-4ca0-a71b-b082b0b358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21C7A8-33E0-4024-B11E-1F64E38988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0C88F6-1556-41F9-8254-A27B1198A93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fd1cd572-a8dc-473d-a552-c04f804c2c1e"/>
    <ds:schemaRef ds:uri="1b1f23b7-f928-4ca0-a71b-b082b0b358f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Widescreen</PresentationFormat>
  <Paragraphs>21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Santander Text</vt:lpstr>
      <vt:lpstr>Office Theme</vt:lpstr>
      <vt:lpstr>think-cell Slide</vt:lpstr>
      <vt:lpstr>Worksheet</vt:lpstr>
      <vt:lpstr>PowerPoint Presentation</vt:lpstr>
      <vt:lpstr>PowerPoint Presentation</vt:lpstr>
      <vt:lpstr>PowerPoint Presentation</vt:lpstr>
      <vt:lpstr>PowerPoint Presentation</vt:lpstr>
    </vt:vector>
  </TitlesOfParts>
  <Company>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Romero Iglesias Andrea</dc:creator>
  <cp:lastModifiedBy>Romero Iglesias Andrea</cp:lastModifiedBy>
  <cp:revision>5</cp:revision>
  <dcterms:created xsi:type="dcterms:W3CDTF">2025-03-17T15:57:24Z</dcterms:created>
  <dcterms:modified xsi:type="dcterms:W3CDTF">2025-11-13T17:29:24Z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etDate">
    <vt:lpwstr>2025-03-17T17:14:10Z</vt:lpwstr>
  </property>
  <property fmtid="{D5CDD505-2E9C-101B-9397-08002B2CF9AE}" pid="4" name="MSIP_Label_0c2abd79-57a9-4473-8700-c843f76a1e37_Method">
    <vt:lpwstr>Privileged</vt:lpwstr>
  </property>
  <property fmtid="{D5CDD505-2E9C-101B-9397-08002B2CF9AE}" pid="5" name="MSIP_Label_0c2abd79-57a9-4473-8700-c843f76a1e37_Name">
    <vt:lpwstr>Internal</vt:lpwstr>
  </property>
  <property fmtid="{D5CDD505-2E9C-101B-9397-08002B2CF9AE}" pid="6" name="MSIP_Label_0c2abd79-57a9-4473-8700-c843f76a1e37_SiteId">
    <vt:lpwstr>35595a02-4d6d-44ac-99e1-f9ab4cd872db</vt:lpwstr>
  </property>
  <property fmtid="{D5CDD505-2E9C-101B-9397-08002B2CF9AE}" pid="7" name="MSIP_Label_0c2abd79-57a9-4473-8700-c843f76a1e37_ActionId">
    <vt:lpwstr>0917ab4c-5264-46c7-92a1-0de622c21960</vt:lpwstr>
  </property>
  <property fmtid="{D5CDD505-2E9C-101B-9397-08002B2CF9AE}" pid="8" name="MSIP_Label_0c2abd79-57a9-4473-8700-c843f76a1e37_ContentBits">
    <vt:lpwstr>0</vt:lpwstr>
  </property>
  <property fmtid="{D5CDD505-2E9C-101B-9397-08002B2CF9AE}" pid="9" name="MSIP_Label_0c2abd79-57a9-4473-8700-c843f76a1e37_Tag">
    <vt:lpwstr>10, 0, 1, 1</vt:lpwstr>
  </property>
  <property fmtid="{D5CDD505-2E9C-101B-9397-08002B2CF9AE}" pid="10" name="ContentTypeId">
    <vt:lpwstr>0x0101007C3F56AA61BD634CB232733B16DBC11A</vt:lpwstr>
  </property>
  <property fmtid="{D5CDD505-2E9C-101B-9397-08002B2CF9AE}" pid="11" name="MediaServiceImageTags">
    <vt:lpwstr/>
  </property>
</Properties>
</file>