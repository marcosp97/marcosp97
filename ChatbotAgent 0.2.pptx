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745" r:id="rId5"/>
    <p:sldMasterId id="2147483827" r:id="rId6"/>
  </p:sldMasterIdLst>
  <p:notesMasterIdLst>
    <p:notesMasterId r:id="rId26"/>
  </p:notesMasterIdLst>
  <p:sldIdLst>
    <p:sldId id="2076137466" r:id="rId7"/>
    <p:sldId id="257" r:id="rId8"/>
    <p:sldId id="259" r:id="rId9"/>
    <p:sldId id="260" r:id="rId10"/>
    <p:sldId id="261" r:id="rId11"/>
    <p:sldId id="262" r:id="rId12"/>
    <p:sldId id="263" r:id="rId13"/>
    <p:sldId id="265" r:id="rId14"/>
    <p:sldId id="2147474219" r:id="rId15"/>
    <p:sldId id="2147474220" r:id="rId16"/>
    <p:sldId id="2147474221" r:id="rId17"/>
    <p:sldId id="2147474222" r:id="rId18"/>
    <p:sldId id="2147474223" r:id="rId19"/>
    <p:sldId id="2147474224" r:id="rId20"/>
    <p:sldId id="2147474225" r:id="rId21"/>
    <p:sldId id="2147474226" r:id="rId22"/>
    <p:sldId id="2147474227" r:id="rId23"/>
    <p:sldId id="2147474228" r:id="rId24"/>
    <p:sldId id="2147474218" r:id="rId2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DA6"/>
    <a:srgbClr val="CFCFCF"/>
    <a:srgbClr val="000000"/>
    <a:srgbClr val="7F7F7F"/>
    <a:srgbClr val="BDDBE5"/>
    <a:srgbClr val="FFFFFF"/>
    <a:srgbClr val="8BC0D1"/>
    <a:srgbClr val="EFF5F7"/>
    <a:srgbClr val="595959"/>
    <a:srgbClr val="EF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8" autoAdjust="0"/>
    <p:restoredTop sz="86712" autoAdjust="0"/>
  </p:normalViewPr>
  <p:slideViewPr>
    <p:cSldViewPr snapToGrid="0" snapToObjects="1">
      <p:cViewPr varScale="1">
        <p:scale>
          <a:sx n="109" d="100"/>
          <a:sy n="109" d="100"/>
        </p:scale>
        <p:origin x="1536" y="192"/>
      </p:cViewPr>
      <p:guideLst>
        <p:guide orient="horz" pos="2160"/>
        <p:guide pos="41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arez Fernandez Jorge" userId="131fe888-749e-42a7-9043-6c792940e5d7" providerId="ADAL" clId="{98525B3A-B175-448D-BDAA-68201888638F}"/>
    <pc:docChg chg="modSld">
      <pc:chgData name="Alvarez Fernandez Jorge" userId="131fe888-749e-42a7-9043-6c792940e5d7" providerId="ADAL" clId="{98525B3A-B175-448D-BDAA-68201888638F}" dt="2024-01-12T11:18:30.258" v="6" actId="20577"/>
      <pc:docMkLst>
        <pc:docMk/>
      </pc:docMkLst>
      <pc:sldChg chg="modSp mod">
        <pc:chgData name="Alvarez Fernandez Jorge" userId="131fe888-749e-42a7-9043-6c792940e5d7" providerId="ADAL" clId="{98525B3A-B175-448D-BDAA-68201888638F}" dt="2024-01-12T11:18:30.258" v="6" actId="20577"/>
        <pc:sldMkLst>
          <pc:docMk/>
          <pc:sldMk cId="771965804" sldId="2147481376"/>
        </pc:sldMkLst>
        <pc:graphicFrameChg chg="modGraphic">
          <ac:chgData name="Alvarez Fernandez Jorge" userId="131fe888-749e-42a7-9043-6c792940e5d7" providerId="ADAL" clId="{98525B3A-B175-448D-BDAA-68201888638F}" dt="2024-01-12T11:18:30.258" v="6" actId="20577"/>
          <ac:graphicFrameMkLst>
            <pc:docMk/>
            <pc:sldMk cId="771965804" sldId="2147481376"/>
            <ac:graphicFrameMk id="7" creationId="{9EB95E6E-F43A-A7D6-5941-DA8AC7BA1CF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DA5DA-2184-884A-ADA6-281B6C39D4C3}" type="datetimeFigureOut">
              <a:rPr lang="es-ES" smtClean="0"/>
              <a:t>16/9/25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4AEAA-B6D7-9341-81B0-71AF8099902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4826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71194EF8-8B73-4F1D-8F99-CAB16E8EF9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0555357" cy="6858000"/>
          </a:xfrm>
          <a:custGeom>
            <a:avLst/>
            <a:gdLst>
              <a:gd name="connsiteX0" fmla="*/ 0 w 10555357"/>
              <a:gd name="connsiteY0" fmla="*/ 0 h 6858000"/>
              <a:gd name="connsiteX1" fmla="*/ 10555357 w 10555357"/>
              <a:gd name="connsiteY1" fmla="*/ 0 h 6858000"/>
              <a:gd name="connsiteX2" fmla="*/ 10555357 w 10555357"/>
              <a:gd name="connsiteY2" fmla="*/ 2822713 h 6858000"/>
              <a:gd name="connsiteX3" fmla="*/ 8925339 w 10555357"/>
              <a:gd name="connsiteY3" fmla="*/ 2822713 h 6858000"/>
              <a:gd name="connsiteX4" fmla="*/ 8925339 w 10555357"/>
              <a:gd name="connsiteY4" fmla="*/ 6858000 h 6858000"/>
              <a:gd name="connsiteX5" fmla="*/ 0 w 1055535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55357" h="6858000">
                <a:moveTo>
                  <a:pt x="0" y="0"/>
                </a:moveTo>
                <a:lnTo>
                  <a:pt x="10555357" y="0"/>
                </a:lnTo>
                <a:lnTo>
                  <a:pt x="10555357" y="2822713"/>
                </a:lnTo>
                <a:lnTo>
                  <a:pt x="8925339" y="2822713"/>
                </a:lnTo>
                <a:lnTo>
                  <a:pt x="892533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here</a:t>
            </a:r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lang="en-US" sz="50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</a:t>
            </a:r>
            <a:br>
              <a:rPr lang="en-US" dirty="0"/>
            </a:br>
            <a:r>
              <a:rPr lang="en-US" dirty="0"/>
              <a:t>style</a:t>
            </a:r>
            <a:endParaRPr lang="es-ES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es-ES" sz="16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3714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9650" y="1087457"/>
            <a:ext cx="4937184" cy="1407004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650" y="2722142"/>
            <a:ext cx="4934309" cy="329223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n-U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Marcador de posición de imagen 11">
            <a:extLst>
              <a:ext uri="{FF2B5EF4-FFF2-40B4-BE49-F238E27FC236}">
                <a16:creationId xmlns:a16="http://schemas.microsoft.com/office/drawing/2014/main" id="{EDFCB299-D13E-444B-B00F-6F39279EA96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52787" y="0"/>
            <a:ext cx="5439213" cy="6858000"/>
          </a:xfrm>
          <a:custGeom>
            <a:avLst/>
            <a:gdLst>
              <a:gd name="connsiteX0" fmla="*/ 922827 w 5024927"/>
              <a:gd name="connsiteY0" fmla="*/ 0 h 6858000"/>
              <a:gd name="connsiteX1" fmla="*/ 5024927 w 5024927"/>
              <a:gd name="connsiteY1" fmla="*/ 0 h 6858000"/>
              <a:gd name="connsiteX2" fmla="*/ 5024927 w 5024927"/>
              <a:gd name="connsiteY2" fmla="*/ 6858000 h 6858000"/>
              <a:gd name="connsiteX3" fmla="*/ 1486968 w 5024927"/>
              <a:gd name="connsiteY3" fmla="*/ 6858000 h 6858000"/>
              <a:gd name="connsiteX4" fmla="*/ 922827 w 5024927"/>
              <a:gd name="connsiteY4" fmla="*/ 6858000 h 6858000"/>
              <a:gd name="connsiteX5" fmla="*/ 0 w 5024927"/>
              <a:gd name="connsiteY5" fmla="*/ 6858000 h 6858000"/>
              <a:gd name="connsiteX6" fmla="*/ 0 w 5024927"/>
              <a:gd name="connsiteY6" fmla="*/ 3429000 h 6858000"/>
              <a:gd name="connsiteX7" fmla="*/ 922827 w 5024927"/>
              <a:gd name="connsiteY7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4927" h="6858000">
                <a:moveTo>
                  <a:pt x="922827" y="0"/>
                </a:moveTo>
                <a:lnTo>
                  <a:pt x="5024927" y="0"/>
                </a:lnTo>
                <a:lnTo>
                  <a:pt x="5024927" y="6858000"/>
                </a:lnTo>
                <a:lnTo>
                  <a:pt x="1486968" y="6858000"/>
                </a:lnTo>
                <a:lnTo>
                  <a:pt x="922827" y="6858000"/>
                </a:lnTo>
                <a:lnTo>
                  <a:pt x="0" y="6858000"/>
                </a:lnTo>
                <a:lnTo>
                  <a:pt x="0" y="3429000"/>
                </a:lnTo>
                <a:lnTo>
                  <a:pt x="922827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err="1"/>
              <a:t>Insert</a:t>
            </a:r>
            <a:r>
              <a:rPr lang="es-ES" dirty="0"/>
              <a:t> </a:t>
            </a:r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here</a:t>
            </a:r>
            <a:endParaRPr lang="es-ES" dirty="0"/>
          </a:p>
          <a:p>
            <a:endParaRPr lang="es-ES" dirty="0"/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0A7EFB2A-E451-4457-BE59-E41A30C47C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4" y="337100"/>
            <a:ext cx="49329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n-U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27" name="Gráfico 9">
            <a:extLst>
              <a:ext uri="{FF2B5EF4-FFF2-40B4-BE49-F238E27FC236}">
                <a16:creationId xmlns:a16="http://schemas.microsoft.com/office/drawing/2014/main" id="{62D8FCE8-D8BB-CA4D-B299-F8695052F179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E1005AFA-2D42-524A-8EBA-53503196E960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505AE08F-EB81-C344-BB41-1D5A6D19C79E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8C5E0B4E-21EE-804C-98A7-D0D83559ABED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7CEF19D9-2913-6244-9ACE-DBCE388C2DA2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7D0FBD3-5040-FD41-A2FB-38FF87512511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313852B2-6438-CC4C-B8DF-225FE927A87C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29055385-CCCA-9049-BE3B-978257AFFC59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C31C5139-9D84-5445-92BC-7B8FDBCC44F2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85F1D787-4F70-C146-8F14-29CCDDD9EBE6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54A8D6A7-4678-1341-B39C-0A540031277A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0D9B8D83-B718-5C49-9CFA-CF2D69D1D7A9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D65CC6F9-41E7-0D4A-AB0F-4D6E227E66ED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5C95D2F2-E9EB-9A44-8F7E-647722506A43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DBE93252-19C4-814D-BB53-CB637C667635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F40967F8-8700-E649-A1BC-AFF70796C906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49A30785-3C93-3C45-8887-1327AD96B0C1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58483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8"/>
            <a:ext cx="10758733" cy="836992"/>
          </a:xfrm>
        </p:spPr>
        <p:txBody>
          <a:bodyPr anchor="t">
            <a:noAutofit/>
          </a:bodyPr>
          <a:lstStyle>
            <a:lvl1pPr>
              <a:defRPr lang="en-U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s-ES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758" y="6234876"/>
            <a:ext cx="7222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l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n-U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2687141"/>
            <a:ext cx="10758733" cy="3334247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 err="1"/>
              <a:t>Edit</a:t>
            </a:r>
            <a:r>
              <a:rPr lang="es-ES" dirty="0"/>
              <a:t> Master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styles</a:t>
            </a:r>
            <a:endParaRPr lang="es-ES" dirty="0"/>
          </a:p>
        </p:txBody>
      </p:sp>
      <p:grpSp>
        <p:nvGrpSpPr>
          <p:cNvPr id="7" name="Gráfico 9">
            <a:extLst>
              <a:ext uri="{FF2B5EF4-FFF2-40B4-BE49-F238E27FC236}">
                <a16:creationId xmlns:a16="http://schemas.microsoft.com/office/drawing/2014/main" id="{616FE04D-F020-7747-9C69-C451E0661F6A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1B1FC26-FE86-CC40-B83B-1ADD248051BE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F8D282A-8E52-4E4C-BF05-8BC405803A46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4C2A8417-8414-9E46-8E2B-EB166AB1E446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12D18236-0370-DA47-B9E5-08227CF562F7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F5E2822D-EB0B-6944-86F4-C89A24F9C524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9842C170-D57C-1F4A-8CE2-4D88C1CD1139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0E986C7D-B13A-034E-AD24-6291A7D42EAB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DD8AFA9E-4DE0-2042-BD67-38BE29DA2F69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626A4BF-5576-8845-A4C3-A0C63BF3162D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F45D27EA-6532-5043-A663-443AB725BB3A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127F832-B354-9E49-B31C-90D968360273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E9355E2B-398B-AB4A-9D16-5DCD4FFEE80A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68C53219-A07D-DC4A-B2AD-6F5BCF87C253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DAF42DA7-D577-E844-9F38-CA37FEDC2079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D713592-692D-BC4C-8E4F-21FD00CA80AF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2A03CCA-268A-9040-9D1D-8D498EB023D7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10971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 dirty="0"/>
              <a:t>título </a:t>
            </a:r>
            <a:br>
              <a:rPr lang="es-ES" dirty="0"/>
            </a:br>
            <a:r>
              <a:rPr lang="es-ES" dirty="0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Esto clic para modificar el estilo de subtítulo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5" name="Gráfico 9">
            <a:extLst>
              <a:ext uri="{FF2B5EF4-FFF2-40B4-BE49-F238E27FC236}">
                <a16:creationId xmlns:a16="http://schemas.microsoft.com/office/drawing/2014/main" id="{7A60D554-9740-1146-8CA3-23F90FD45395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EB318A30-E7AA-AD4D-8B1E-5C05DFF759AA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7DCFCDDC-212D-E94C-A3A0-9F8ED7966652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1F41677E-2347-3244-A593-5E25F58168CE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49A6C89-D4CA-3E47-9B7D-026020D7044A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0EAC7637-E171-114F-8C38-72F016818FCB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CE0EB226-2ECE-AA4D-B499-8E522727A00A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A25C8054-0947-E240-9BC5-508E9979C0F5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EB199770-5B03-EC4B-AA52-94D4DBBEFC73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2409BA49-ABAE-2C4A-9FC3-36EF1B5F30F3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FE684F6F-50FC-B643-A6F5-2E170D51FD65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F28B9FEB-6BE5-D046-883F-276BB9D8FB5F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D07AC364-BC94-E745-9357-8578AF4D7DAC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AE4F4A79-2459-034F-B842-97DD87004E99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C0C74BC-E513-0540-9586-66BE08E93257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37369575-640B-374A-8FB1-E5E34FE0B28D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C5B7DA5D-781C-2446-AC03-923B1740ED11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08855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áfico 9">
            <a:extLst>
              <a:ext uri="{FF2B5EF4-FFF2-40B4-BE49-F238E27FC236}">
                <a16:creationId xmlns:a16="http://schemas.microsoft.com/office/drawing/2014/main" id="{F72E6516-DB5E-E342-AA3F-3AB37ABDA33C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6466838E-1899-5748-80F8-698443F14D60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17122F2-2A25-D549-B147-60563CA1A57A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18DBDF79-B32A-314E-A4A5-F4F345FA8AE7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7A3769D0-4B1F-2741-B0E1-92C6D59E2E14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77350713-CC57-344E-968B-4D0A3DBC269F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47F9401-DB48-0D47-85A1-4966B43A67D8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C8FC26B0-FF0F-6C4E-8441-A65081ABCA70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7DB7FD40-A159-2041-95D3-BEED2D0DF1E3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2EBFD5F8-EECA-7D44-A79B-EAB4C0CEDA80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9DDA26FB-2230-2447-96F5-C16172B2F6FF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22552874-C482-2448-85BF-CDA08D207504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C15D2642-62E0-FE4D-9FE5-53EA7A794929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70E43376-78E6-BF40-8CB5-087A9DAD727A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C2D4EB0F-323C-6E42-8639-2707637EC9D6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E0AD768D-416B-DF48-9143-4B63B3DC6752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47EE41F2-69C6-4141-A931-FDCC0B46EB26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95495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71194EF8-8B73-4F1D-8F99-CAB16E8EF9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0555357" cy="6858000"/>
          </a:xfrm>
          <a:custGeom>
            <a:avLst/>
            <a:gdLst>
              <a:gd name="connsiteX0" fmla="*/ 0 w 10555357"/>
              <a:gd name="connsiteY0" fmla="*/ 0 h 6858000"/>
              <a:gd name="connsiteX1" fmla="*/ 10555357 w 10555357"/>
              <a:gd name="connsiteY1" fmla="*/ 0 h 6858000"/>
              <a:gd name="connsiteX2" fmla="*/ 10555357 w 10555357"/>
              <a:gd name="connsiteY2" fmla="*/ 2822713 h 6858000"/>
              <a:gd name="connsiteX3" fmla="*/ 8925339 w 10555357"/>
              <a:gd name="connsiteY3" fmla="*/ 2822713 h 6858000"/>
              <a:gd name="connsiteX4" fmla="*/ 8925339 w 10555357"/>
              <a:gd name="connsiteY4" fmla="*/ 6858000 h 6858000"/>
              <a:gd name="connsiteX5" fmla="*/ 0 w 1055535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55357" h="6858000">
                <a:moveTo>
                  <a:pt x="0" y="0"/>
                </a:moveTo>
                <a:lnTo>
                  <a:pt x="10555357" y="0"/>
                </a:lnTo>
                <a:lnTo>
                  <a:pt x="10555357" y="2822713"/>
                </a:lnTo>
                <a:lnTo>
                  <a:pt x="8925339" y="2822713"/>
                </a:lnTo>
                <a:lnTo>
                  <a:pt x="892533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Insertar imagen de fondo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accent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  <p:grpSp>
        <p:nvGrpSpPr>
          <p:cNvPr id="5" name="Gráfico 9">
            <a:extLst>
              <a:ext uri="{FF2B5EF4-FFF2-40B4-BE49-F238E27FC236}">
                <a16:creationId xmlns:a16="http://schemas.microsoft.com/office/drawing/2014/main" id="{024DB39C-C0BB-2849-8BB7-A9F3C1318889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931415A0-63A2-E045-8DE6-35CCE2637636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D08EBEE9-E3D3-A54F-BAF0-CE6E0D1B9236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ACD4558D-6276-074E-853B-13B07DEF5BBF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FAD29362-686E-9846-9938-B611468B6F3B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DF53B243-2D1F-D941-8E4E-FC34E88E6FC0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BB35510-E3FD-8846-82A2-C7FB7FACCC28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FC1B2E7-990C-C344-8AE0-9398CE8BF794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FA2D4063-8CF6-3546-8E46-AA79F05861AB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4300FAE-B0DF-D44B-AC19-E5BD26150DC2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2C076E5A-EFF2-BE47-BA2D-87470F66966D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2EF852E0-F64E-2246-B870-988E1E8E94C3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CA4618DE-BC32-EC4A-8492-C8FB7DFF8A8E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164DC8B3-44E8-AA43-B4DC-93B1D12A6DA8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F4D1DA19-8974-0842-A632-A360388F45E1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DB55974A-3C1C-E84F-AFA4-72CDD7764E3F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D53B4B54-00DC-7A40-91BA-3507D6343E97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70509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506432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8" name="Gráfico 9">
            <a:extLst>
              <a:ext uri="{FF2B5EF4-FFF2-40B4-BE49-F238E27FC236}">
                <a16:creationId xmlns:a16="http://schemas.microsoft.com/office/drawing/2014/main" id="{525F594A-4168-834C-ACB8-79BBD2FB7A26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A6A5D3C8-8630-7745-826C-FB7934A9DDE0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32998CB-B639-5140-B652-E5B44D698B8B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0144827A-C64F-3F41-9D8F-1CD677E29FDB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64BDF825-0C8E-C744-A6BF-A9C3D7B64CB5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748C419F-2827-7247-B038-C13EF647EBAC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1C8CC2-8C2A-024B-9A31-A9633889F4F2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23C97156-7674-D54A-9168-FEE1BB1397A8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C360777F-FF8B-4046-9C3A-5AEB60A1B107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D3C95DDB-9494-E643-A795-A5FC6CC0CFAD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C0F98A52-5F49-1644-A967-455EF4874034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9DD7DAE7-0B9D-4C46-A0B9-6B9C4EF2CA51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BE2B3FB1-52AA-5A4B-A902-4215B4C0A005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12CEABF7-62B6-EE48-9BF3-21BFA6028B8E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64E1078D-BDCD-F042-8ED9-D537017D8584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AA8E6B36-8F6E-0D41-9F14-CF151DA59F36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2EB2A1B9-9AFB-2B42-8F02-A6B0F744F333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81324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506432"/>
            <a:ext cx="10758732" cy="1013896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6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024" y="0"/>
            <a:ext cx="10758734" cy="304800"/>
          </a:xfrm>
        </p:spPr>
        <p:txBody>
          <a:bodyPr tIns="108000" anchor="b">
            <a:noAutofit/>
          </a:bodyPr>
          <a:lstStyle>
            <a:lvl1pPr marL="0" indent="0">
              <a:buFontTx/>
              <a:buNone/>
              <a:defRPr sz="1300">
                <a:solidFill>
                  <a:schemeClr val="tx1">
                    <a:lumMod val="50000"/>
                    <a:lumOff val="50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711199" y="1721961"/>
            <a:ext cx="10769775" cy="4629608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6" name="Gráfico 9">
            <a:extLst>
              <a:ext uri="{FF2B5EF4-FFF2-40B4-BE49-F238E27FC236}">
                <a16:creationId xmlns:a16="http://schemas.microsoft.com/office/drawing/2014/main" id="{FA640D00-E186-1F4A-BDF1-FB504E559F3B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87875B4E-38FC-C849-9B20-E272BF236E8A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A187D679-9643-C541-871A-5321A3F5A966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2042BC1-9C9E-8D42-9B85-3D7A28924D7B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924EDE0-9ACC-2E46-B85D-8E0BCCC3C4FB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F2246FEF-CFF0-8247-BB57-5FB7096FDF92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C44587E2-30B6-5A49-B90E-D0CEB9EF753C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7CB645E4-03C4-3E45-8B9D-E336253197CE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52A5D0EC-B038-D54B-9AE6-54A081327E83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E838BB22-727D-4A46-9542-0FD1E90147AC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2C1E541B-C0AD-1F42-B293-DD9DD407FF47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2452B061-5ABB-964B-BB4F-D02B42BAE0B9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C6BD7530-4CB8-B747-92F1-7E75A4F401A1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3426964-D204-2446-AE88-9AE2D804B077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7405AB35-80FC-3D4F-82E4-A58DF370CF9F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B17C4D40-FD4E-8D47-ABF2-1EB4108F8E78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CE85E8B6-7D02-ED41-B5C3-344649DEF671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52715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b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6" y="506432"/>
            <a:ext cx="11052349" cy="1013896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76200"/>
            <a:ext cx="2743200" cy="365125"/>
          </a:xfrm>
          <a:prstGeom prst="rect">
            <a:avLst/>
          </a:prstGeom>
        </p:spPr>
        <p:txBody>
          <a:bodyPr rIns="180000"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417282" y="1721961"/>
            <a:ext cx="11063693" cy="4629608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Rectángulo 4"/>
          <p:cNvSpPr/>
          <p:nvPr/>
        </p:nvSpPr>
        <p:spPr>
          <a:xfrm>
            <a:off x="428626" y="168608"/>
            <a:ext cx="5526698" cy="244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5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 Operativo GTS – Visión ejecutiva</a:t>
            </a:r>
          </a:p>
        </p:txBody>
      </p:sp>
      <p:grpSp>
        <p:nvGrpSpPr>
          <p:cNvPr id="6" name="Gráfico 9">
            <a:extLst>
              <a:ext uri="{FF2B5EF4-FFF2-40B4-BE49-F238E27FC236}">
                <a16:creationId xmlns:a16="http://schemas.microsoft.com/office/drawing/2014/main" id="{6EDADA57-A907-F047-9198-5753666A5E1A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7F7E12EA-D48E-094F-A4EA-7CBA2DC77652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52D2E8BB-877B-0949-BE00-8E33B5603CF7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739FCDE-E37D-D24D-B207-C4406A6469EA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D29B998A-566C-5340-B81F-E65E2CD97F0E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340F8D81-60DC-CC4D-BBF5-6AE1B63C0BA7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1B717CDB-5D97-3843-8E41-B9C213AD3530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C2603592-B0D6-C546-B6EF-C2F8F159E2D9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CE6D6958-1DE3-F145-809D-B8CCB1B5E987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764179BD-2ECB-2B4E-9F20-8B627EEB49AE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133A7F5D-10C0-644A-8403-723813CCD9C1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9676C3-0ADC-B147-B86B-188224E96014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B1E8FEC4-0293-CB46-A661-EEB2FC7D42BF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E5C09F94-2251-5A4D-BECC-E9B729281365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F2370C0D-01DE-6744-A649-821F2589FCE8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153E532F-756A-7A4E-8FAE-6310EEB54A9B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7F3B41AD-5A46-2E4A-A429-F9723A61F0DA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550148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6" y="76200"/>
            <a:ext cx="11052349" cy="1013896"/>
          </a:xfrm>
        </p:spPr>
        <p:txBody>
          <a:bodyPr anchor="t">
            <a:normAutofit/>
          </a:bodyPr>
          <a:lstStyle>
            <a:lvl1pPr>
              <a:defRPr sz="2180" b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76200"/>
            <a:ext cx="2743200" cy="365125"/>
          </a:xfrm>
          <a:prstGeom prst="rect">
            <a:avLst/>
          </a:prstGeom>
        </p:spPr>
        <p:txBody>
          <a:bodyPr rIns="180000"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417282" y="1721961"/>
            <a:ext cx="11063693" cy="4629608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5" name="Gráfico 9">
            <a:extLst>
              <a:ext uri="{FF2B5EF4-FFF2-40B4-BE49-F238E27FC236}">
                <a16:creationId xmlns:a16="http://schemas.microsoft.com/office/drawing/2014/main" id="{D9378430-D2D3-5147-9F03-A7602AEB4018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014B8F89-0351-8A49-8002-E13D25E980ED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780B9472-A0D9-3946-8588-F8045A87DA66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75F013FA-72F5-B94D-BFA6-6EC126BBE354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D8770233-4268-E445-991A-44233B142C3D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82B467D9-A138-0E48-A29F-00A175798068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A2CF2E96-1F2D-674E-BE52-A8C9F5471FCB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8BA95822-6325-9643-A565-437801553A27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72D89889-648E-EE44-A3F3-845984649243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1D0E190F-6E17-9141-83AF-4E86AD7E8875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39A0AA93-F147-1B43-83BF-7980C26EE437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2B592C78-F84D-1142-A8F4-95557D39E863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E44025B5-4010-484F-9653-0EB73F16C3A1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AADBCEF7-6E72-E04C-9956-EF226E8A409B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92C25C75-1E31-C04A-9559-CBA2261605B7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16D88D3-0ED0-1A41-8720-0ED9FC1F99D1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08366A76-B682-784F-AB91-4C188B5B9C7F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06513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g_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lipse 14"/>
          <p:cNvSpPr/>
          <p:nvPr/>
        </p:nvSpPr>
        <p:spPr>
          <a:xfrm>
            <a:off x="2670685" y="1251780"/>
            <a:ext cx="3044286" cy="3044286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Elipse 8"/>
          <p:cNvSpPr/>
          <p:nvPr/>
        </p:nvSpPr>
        <p:spPr>
          <a:xfrm>
            <a:off x="5846368" y="1066426"/>
            <a:ext cx="1275443" cy="1275443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/>
          <p:cNvSpPr/>
          <p:nvPr/>
        </p:nvSpPr>
        <p:spPr>
          <a:xfrm>
            <a:off x="9495589" y="5478245"/>
            <a:ext cx="3044286" cy="3044286"/>
          </a:xfrm>
          <a:prstGeom prst="ellipse">
            <a:avLst/>
          </a:prstGeom>
          <a:solidFill>
            <a:srgbClr val="EDF5F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300" y="1154088"/>
            <a:ext cx="5143675" cy="1187781"/>
          </a:xfrm>
        </p:spPr>
        <p:txBody>
          <a:bodyPr anchor="ctr">
            <a:noAutofit/>
          </a:bodyPr>
          <a:lstStyle>
            <a:lvl1pPr>
              <a:defRPr sz="28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6646"/>
            <a:ext cx="2743200" cy="365125"/>
          </a:xfrm>
          <a:prstGeom prst="rect">
            <a:avLst/>
          </a:prstGeom>
        </p:spPr>
        <p:txBody>
          <a:bodyPr rIns="180000"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6337300" y="2566283"/>
            <a:ext cx="5143675" cy="3785286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Rectángulo 4"/>
          <p:cNvSpPr/>
          <p:nvPr/>
        </p:nvSpPr>
        <p:spPr>
          <a:xfrm>
            <a:off x="428625" y="168608"/>
            <a:ext cx="5526698" cy="272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5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Santander Global Tech – </a:t>
            </a:r>
            <a:r>
              <a:rPr kumimoji="0" lang="es-ES" sz="1300" b="0" i="0" u="none" strike="noStrike" kern="1200" cap="none" spc="50" normalizeH="0" baseline="0" noProof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Townhall</a:t>
            </a:r>
            <a:r>
              <a:rPr kumimoji="0" lang="es-ES" sz="1300" b="0" i="0" u="none" strike="noStrike" kern="1200" cap="none" spc="5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22 septiembre 2020</a:t>
            </a:r>
          </a:p>
        </p:txBody>
      </p:sp>
      <p:sp>
        <p:nvSpPr>
          <p:cNvPr id="6" name="Marcador de posición de imagen 5"/>
          <p:cNvSpPr>
            <a:spLocks noGrp="1"/>
          </p:cNvSpPr>
          <p:nvPr>
            <p:ph type="pic" sz="quarter" idx="18"/>
          </p:nvPr>
        </p:nvSpPr>
        <p:spPr>
          <a:xfrm>
            <a:off x="-2438345" y="1327980"/>
            <a:ext cx="8153316" cy="8153316"/>
          </a:xfrm>
          <a:prstGeom prst="ellipse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8" name="Elipse 7"/>
          <p:cNvSpPr/>
          <p:nvPr/>
        </p:nvSpPr>
        <p:spPr>
          <a:xfrm>
            <a:off x="-2438345" y="1327981"/>
            <a:ext cx="8153316" cy="8153316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1" name="Gráfico 9">
            <a:extLst>
              <a:ext uri="{FF2B5EF4-FFF2-40B4-BE49-F238E27FC236}">
                <a16:creationId xmlns:a16="http://schemas.microsoft.com/office/drawing/2014/main" id="{240CBDA8-8E2C-5A4D-8F2B-D228E971EEBE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C1F88E3D-318E-494D-B2A9-2F33957E7E47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17544854-9E06-3C41-9C34-E4B408FCA50F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0C791221-D39A-D249-A423-262798D2E4BF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E8FE2F7C-2A97-9641-BC7A-10C8FBB05B97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75D42303-4048-3C40-B0BF-9BEC5CE0A1DA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BEF4193D-CC07-884F-A13F-3C83B2CB7D96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803B704-4C34-2F42-970E-D71D7BCDE32E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B6C5E267-A490-C342-AE62-6790324C426D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C1E0D399-5A1D-A64F-9CBB-D9DFDB506406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900A7F99-2EBA-1D44-934D-8592B02B17FB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95E71A01-2EF6-8E46-8EE7-DE96E69D42AB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96DDDD96-41ED-3A48-A0B5-FF3AF4D679F1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510B2446-ABF2-E04D-83CF-1FC1E3A60BCD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D7CED5D4-5FCF-8C40-BAC0-CF5D59B3164D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A7B09F40-BBCE-1F40-AEA4-C2F9F9619BF0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73FE349A-5612-E544-B21A-F1A48BC5ABF8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24386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g_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e 11"/>
          <p:cNvSpPr/>
          <p:nvPr/>
        </p:nvSpPr>
        <p:spPr>
          <a:xfrm>
            <a:off x="6455144" y="893345"/>
            <a:ext cx="3044286" cy="3044286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/>
          <p:cNvSpPr/>
          <p:nvPr/>
        </p:nvSpPr>
        <p:spPr>
          <a:xfrm>
            <a:off x="-1256166" y="5478245"/>
            <a:ext cx="3044286" cy="3044286"/>
          </a:xfrm>
          <a:prstGeom prst="ellipse">
            <a:avLst/>
          </a:prstGeom>
          <a:solidFill>
            <a:schemeClr val="bg1">
              <a:alpha val="4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Elipse 8"/>
          <p:cNvSpPr/>
          <p:nvPr/>
        </p:nvSpPr>
        <p:spPr>
          <a:xfrm>
            <a:off x="152596" y="1066426"/>
            <a:ext cx="1275443" cy="1275443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13" y="1154088"/>
            <a:ext cx="5319510" cy="1187781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518" y="76200"/>
            <a:ext cx="2946482" cy="392182"/>
          </a:xfrm>
          <a:prstGeom prst="rect">
            <a:avLst/>
          </a:prstGeom>
        </p:spPr>
        <p:txBody>
          <a:bodyPr rIns="180000"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635813" y="2566283"/>
            <a:ext cx="5319510" cy="3785286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Rectángulo 4"/>
          <p:cNvSpPr/>
          <p:nvPr/>
        </p:nvSpPr>
        <p:spPr>
          <a:xfrm>
            <a:off x="428625" y="168608"/>
            <a:ext cx="5526698" cy="272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5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Santander Global Tech – Modelo de Colaboración</a:t>
            </a:r>
          </a:p>
        </p:txBody>
      </p:sp>
      <p:sp>
        <p:nvSpPr>
          <p:cNvPr id="6" name="Marcador de posición de imagen 5"/>
          <p:cNvSpPr>
            <a:spLocks noGrp="1"/>
          </p:cNvSpPr>
          <p:nvPr>
            <p:ph type="pic" sz="quarter" idx="18"/>
          </p:nvPr>
        </p:nvSpPr>
        <p:spPr>
          <a:xfrm>
            <a:off x="6321711" y="1426606"/>
            <a:ext cx="8435689" cy="8435689"/>
          </a:xfrm>
          <a:prstGeom prst="ellipse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8" name="Elipse 7"/>
          <p:cNvSpPr/>
          <p:nvPr/>
        </p:nvSpPr>
        <p:spPr>
          <a:xfrm>
            <a:off x="6321711" y="1426607"/>
            <a:ext cx="8435689" cy="8435689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1" name="Gráfico 9">
            <a:extLst>
              <a:ext uri="{FF2B5EF4-FFF2-40B4-BE49-F238E27FC236}">
                <a16:creationId xmlns:a16="http://schemas.microsoft.com/office/drawing/2014/main" id="{0AD26ADF-5C1B-884A-AEA5-1DB9846D47FA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1D3961EA-39E7-E94E-889E-896164A1A8D9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C97E392E-4D26-F940-92F0-958E37DBA6B9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01CE2791-59D4-ED44-80F9-2647FE691FB0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58A365D2-930D-504F-B87A-0EC325F29BA1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B51BA4-F13E-A349-97C3-A821BEFBCFB1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E72CEAF0-C096-9B46-9D08-8E5F28764A21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AF4FA11B-7764-BB40-8239-604B3B2B2834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BB379D8-A423-8340-9DCF-79AB7C6988DD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EC0C3DC3-3F32-8549-9F40-A0016BF2D55A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DF1946B4-20E7-3745-A877-E190D633D2D1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40F25C24-DCD9-8245-A778-4BBDD24BA32D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C113FC1-F283-F64C-A122-707A0E9647F2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FA0A17E8-E71A-3A4F-928B-B23428647CCE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6A655098-167D-2447-B980-20ECAC733DE6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F9DFF8D5-1413-1C47-BEEE-C10142B597AC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D3167034-5B5F-F34B-9445-EBDA9A9BE9CB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80812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áfico 9">
            <a:extLst>
              <a:ext uri="{FF2B5EF4-FFF2-40B4-BE49-F238E27FC236}">
                <a16:creationId xmlns:a16="http://schemas.microsoft.com/office/drawing/2014/main" id="{42AD5BD7-90A4-4E47-A828-BB91A4EA6B3A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629C1808-FB8B-3A48-A989-693AB76A46F2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086731D1-8D33-854C-B832-841C48D9B01E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4814CE1D-5635-164F-91CC-29EE41A0F077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674ECCCB-8247-DE48-8DD4-674565D217B7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BEE05C4C-9BE7-DB4A-8942-8D5DC6E79171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31A4304-183A-424A-A358-A81997840E13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1B8BB5D4-0C9D-9444-926A-1716979A2BD7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5DF70176-5B77-F949-AEF3-D64090A310C5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F8BE8ABC-9AD7-A049-BCA4-C8064BCFEAF9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34F82414-C13C-DA4E-AB51-CEC4288CF780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0048CEF-DE74-574A-ADE0-BAB3AA48D91E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2C33343-371D-D649-8448-7BB1694CE290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FFFFD930-B202-EF46-935B-89F5827E2917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A07A58F8-78E0-FA46-B23F-1C6D047A22D4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E74AD988-4C08-FC4E-B13C-B7F47D32AE64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B50BFF97-CEAB-CE41-9ACB-618167AE8C9D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02410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áfico 9">
            <a:extLst>
              <a:ext uri="{FF2B5EF4-FFF2-40B4-BE49-F238E27FC236}">
                <a16:creationId xmlns:a16="http://schemas.microsoft.com/office/drawing/2014/main" id="{78EF7302-980F-2141-BCB1-B203861E89A1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2F283267-407E-1F49-9240-C7743FDD4CCE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8DB76A54-6584-5640-B032-C9979C51EF08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2D3E9134-1366-D643-BBF9-EEB202B41B10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DC34995C-92E3-8540-9730-C7CE38326230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51A8773C-FF7A-1E4E-B1D7-C8A0077471C2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7D392938-80FD-F347-A4A6-2C5BB48C90DD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22266B01-F3A2-4A45-9D8C-38C9D151EB52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DB421DFC-5190-1349-87EF-90F68896BC1B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E1AA20E8-191E-8548-9D9E-24745BE18A87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0897F37B-3D5E-124F-8BB3-C49159424F20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02520CDD-75C5-E046-9C0A-B91EA1AC7D1B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0A7F8252-E96D-BB43-B2F6-16E94870CDC9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A1032480-42CE-6643-B87C-A6E250C06E5F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55904A7-1087-1F4C-A1FE-3AE10D0BF8DF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9C4AB1-D7E7-9146-9A78-9B4C9CD8FC19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0467906-0294-804E-A839-3047BA8FE5F7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5483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s-MX"/>
              <a:t>Inserte </a:t>
            </a:r>
            <a:r>
              <a:rPr lang="es-MX" err="1"/>
              <a:t>aqu</a:t>
            </a:r>
            <a:r>
              <a:rPr lang="es-ES"/>
              <a:t>í su gráfico</a:t>
            </a:r>
          </a:p>
        </p:txBody>
      </p:sp>
      <p:grpSp>
        <p:nvGrpSpPr>
          <p:cNvPr id="8" name="Gráfico 9">
            <a:extLst>
              <a:ext uri="{FF2B5EF4-FFF2-40B4-BE49-F238E27FC236}">
                <a16:creationId xmlns:a16="http://schemas.microsoft.com/office/drawing/2014/main" id="{A6C91B29-69E8-D340-B53B-C89832448219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E3F5F19E-0F31-7E4D-B189-CB85A0D4FDAF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DC62A030-4BD3-7A40-A5B3-BB87B6847A8D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A5484E5C-952D-2444-BD60-2385F52805B3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DE05989D-2EC5-5B4D-9DF7-6D06E02D7DB9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74AE062-D1AB-5C44-8469-A3BC62C408C9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58AC7691-DF0D-C940-8B24-47865F173DE4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59B45C2C-9C1D-DB45-A451-A08B2DC68EAF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E0138AAB-4928-8C4B-AA32-059C2D9C5CFB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8A56F6B8-2D6D-2E4A-AEAD-BE828B81F2F9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ED790389-1DC1-6A40-BC57-247BBF6C45FF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A664278B-0D54-544B-87CB-9D65DBBF93DF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21EC613-B2DF-584C-BE1C-5B2B5D2C12AA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5920CABA-B29C-EC47-B92C-5DF2177E8B71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BD924D29-BAB7-3E4C-A1A2-3A02D2F4B74D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8D9891F3-FA8F-894A-96E5-C8E9DD55D2FF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648F179C-7B43-144A-A48D-DCD48E0FAB18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1354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grpSp>
        <p:nvGrpSpPr>
          <p:cNvPr id="11" name="Gráfico 9">
            <a:extLst>
              <a:ext uri="{FF2B5EF4-FFF2-40B4-BE49-F238E27FC236}">
                <a16:creationId xmlns:a16="http://schemas.microsoft.com/office/drawing/2014/main" id="{20FF2FEA-B08A-5947-9512-1427B7E4C35F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9E97E666-AD0B-C745-9C07-8EC3E705DC86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BD324445-306C-D943-B29D-965E02EA350D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A81F3ECF-051C-7341-9D5A-81B17A43E4D9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1587EAEC-7ECC-3444-8772-302ABF3D45F2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9FE23CEB-DDA0-634F-AE32-DE8D5F5F210D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FE67F876-01CB-4F4D-88CB-78633CAA5ADB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6DDEC006-8BB2-B142-97C6-E6A731BB02CF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4AFAB86-CFD4-7C47-9305-F0CD4FA7BFA4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BF142526-F5C4-3643-8E31-C73A8D286415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AA251C7-AFE1-4A46-9665-32369F12F3C7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3A8B42EE-2728-DB4F-AB88-FC26E62FE4D3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EA5029B4-497A-C348-97FB-9C3C08E96EAC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577F0B03-E088-604A-A909-58F22A8C3FD0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058F8A58-7FAB-BC44-9B40-C4908B514090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360C6E8A-D549-504C-B768-39B21FA4E173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274C25A7-3CB5-0C46-BD18-432BE16907B3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52536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2" name="Gráfico 9">
            <a:extLst>
              <a:ext uri="{FF2B5EF4-FFF2-40B4-BE49-F238E27FC236}">
                <a16:creationId xmlns:a16="http://schemas.microsoft.com/office/drawing/2014/main" id="{98E0F13A-6DF5-E245-B98F-05D8E27F2B90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D95BEE59-7D9C-A24E-9C09-F6A262BCE701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254F3F85-BC34-A643-92B6-42A9BF1699D6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D797FCB5-DE56-8444-A52C-F877503DA310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9964E824-5C5D-C545-B9E8-AF6BF7A35A1E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16C30E53-BDE2-DA4C-B393-5568FAC4BE79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EA045BE4-EF3C-704A-877F-2B38F86D1A1D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9CD30291-3E3A-0D45-ADFF-A3411380E421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338D70CB-6DDE-414F-8FE7-60B0B3213B90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1CBEA575-4E9E-3848-BF43-28CC6D0D5B37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71B7223C-E393-1E4A-A141-1C01DA2B0840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E655E367-AB2E-2644-92A2-E213A4A421AB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D1A35BEE-1B4B-ED4C-8E90-2D3B58848EB3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FCA7214-117C-2149-8B0C-2E5C883DB07F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8E0DEB9-D1F5-EF44-AEDC-B699E9FEB6FE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1C554F81-571A-FB4D-9096-4CC2FBBFA8C9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17AB4080-3511-9E42-AEDD-CD7E79C691F2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84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tx2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Nuestra misión es contribuir al progreso de las personas y de las empresas.</a:t>
            </a:r>
          </a:p>
          <a:p>
            <a:endParaRPr lang="es-ES" sz="1400" dirty="0">
              <a:solidFill>
                <a:schemeClr val="tx2"/>
              </a:solidFill>
              <a:latin typeface="Santander Text" panose="020B05040202010201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s-ES" sz="1400" dirty="0">
                <a:solidFill>
                  <a:schemeClr val="tx2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>
                <a:solidFill>
                  <a:schemeClr val="accent1"/>
                </a:solidFill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grpSp>
        <p:nvGrpSpPr>
          <p:cNvPr id="12" name="Gráfico 9">
            <a:extLst>
              <a:ext uri="{FF2B5EF4-FFF2-40B4-BE49-F238E27FC236}">
                <a16:creationId xmlns:a16="http://schemas.microsoft.com/office/drawing/2014/main" id="{741C764F-99D5-8A4A-B909-A23DA15C6F8C}"/>
              </a:ext>
            </a:extLst>
          </p:cNvPr>
          <p:cNvGrpSpPr/>
          <p:nvPr userDrawn="1"/>
        </p:nvGrpSpPr>
        <p:grpSpPr>
          <a:xfrm>
            <a:off x="777009" y="5510203"/>
            <a:ext cx="1632205" cy="528066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F6EDB7B6-F968-1F4A-95D1-60BE78356113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0A914388-0A13-7743-B224-192058D5939A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6EE1368F-815C-F548-B1A7-6B9DA77E1B82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FDD9E5B1-9988-0343-8332-476ECCD28264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B9099FE7-E3DB-3444-950E-445B59F53EC6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DB006B7F-8ED0-0F46-BEEE-2160CF413A78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15D40B93-6AB1-094D-ADC5-08D17F5A541C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876A5000-0EEE-2B47-87DA-5E8D31DA4FB1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C9C19AD8-589C-A94A-B4D0-A6A7B1934399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A35297B9-5377-4841-BE13-102A5D8805FA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6CF9FCCE-F297-DE43-85C4-48E66B28EC51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90FD3D5A-8828-5A4D-BC11-F4B5E692F5F2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5A26F68E-BFB7-6F4E-8497-774828DA4A6B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978EFD68-5D4A-8648-AFF7-F106E12A38E9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E81EB12B-7348-284F-80EA-4C6041571751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15DAE0A3-D137-4D4C-839B-D1D857FEDDA1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23642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ierre y contac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CFA23F-0D36-B349-B9DC-E7B7E7424B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bg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Nuestra misión es contribuir al progreso de las personas y de las empresas.</a:t>
            </a:r>
          </a:p>
          <a:p>
            <a:endParaRPr lang="es-ES" sz="1400" dirty="0">
              <a:solidFill>
                <a:schemeClr val="bg1"/>
              </a:solidFill>
              <a:latin typeface="Santander Text" panose="020B05040202010201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s-ES" sz="1400" dirty="0">
                <a:solidFill>
                  <a:schemeClr val="bg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chemeClr val="bg1"/>
                </a:solidFill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grpSp>
        <p:nvGrpSpPr>
          <p:cNvPr id="12" name="Gráfico 9">
            <a:extLst>
              <a:ext uri="{FF2B5EF4-FFF2-40B4-BE49-F238E27FC236}">
                <a16:creationId xmlns:a16="http://schemas.microsoft.com/office/drawing/2014/main" id="{741C764F-99D5-8A4A-B909-A23DA15C6F8C}"/>
              </a:ext>
            </a:extLst>
          </p:cNvPr>
          <p:cNvGrpSpPr/>
          <p:nvPr userDrawn="1"/>
        </p:nvGrpSpPr>
        <p:grpSpPr>
          <a:xfrm>
            <a:off x="777009" y="5510203"/>
            <a:ext cx="1632205" cy="528066"/>
            <a:chOff x="2209800" y="2171700"/>
            <a:chExt cx="7772400" cy="2514600"/>
          </a:xfrm>
          <a:solidFill>
            <a:schemeClr val="bg1"/>
          </a:solidFill>
        </p:grpSpPr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F6EDB7B6-F968-1F4A-95D1-60BE78356113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0A914388-0A13-7743-B224-192058D5939A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6EE1368F-815C-F548-B1A7-6B9DA77E1B82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FDD9E5B1-9988-0343-8332-476ECCD28264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B9099FE7-E3DB-3444-950E-445B59F53EC6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DB006B7F-8ED0-0F46-BEEE-2160CF413A78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15D40B93-6AB1-094D-ADC5-08D17F5A541C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876A5000-0EEE-2B47-87DA-5E8D31DA4FB1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C9C19AD8-589C-A94A-B4D0-A6A7B1934399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A35297B9-5377-4841-BE13-102A5D8805FA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6CF9FCCE-F297-DE43-85C4-48E66B28EC51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90FD3D5A-8828-5A4D-BC11-F4B5E692F5F2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5A26F68E-BFB7-6F4E-8497-774828DA4A6B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978EFD68-5D4A-8648-AFF7-F106E12A38E9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E81EB12B-7348-284F-80EA-4C6041571751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15DAE0A3-D137-4D4C-839B-D1D857FEDDA1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13585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lib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6" y="506432"/>
            <a:ext cx="11052349" cy="1013896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6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6337300" y="1721961"/>
            <a:ext cx="5143675" cy="4629608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Rectángulo 4"/>
          <p:cNvSpPr/>
          <p:nvPr/>
        </p:nvSpPr>
        <p:spPr>
          <a:xfrm>
            <a:off x="428625" y="168608"/>
            <a:ext cx="5526698" cy="272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5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Santander Global Tech – Modelo de Colaboración</a:t>
            </a:r>
          </a:p>
        </p:txBody>
      </p:sp>
      <p:sp>
        <p:nvSpPr>
          <p:cNvPr id="6" name="Marcador de posición de imagen 5"/>
          <p:cNvSpPr>
            <a:spLocks noGrp="1"/>
          </p:cNvSpPr>
          <p:nvPr>
            <p:ph type="pic" sz="quarter" idx="18"/>
          </p:nvPr>
        </p:nvSpPr>
        <p:spPr>
          <a:xfrm>
            <a:off x="-2138729" y="1551396"/>
            <a:ext cx="7853699" cy="7853699"/>
          </a:xfrm>
          <a:prstGeom prst="ellipse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8" name="Elipse 7"/>
          <p:cNvSpPr/>
          <p:nvPr/>
        </p:nvSpPr>
        <p:spPr>
          <a:xfrm>
            <a:off x="-2138729" y="1551397"/>
            <a:ext cx="7853699" cy="7853699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9" name="Gráfico 9">
            <a:extLst>
              <a:ext uri="{FF2B5EF4-FFF2-40B4-BE49-F238E27FC236}">
                <a16:creationId xmlns:a16="http://schemas.microsoft.com/office/drawing/2014/main" id="{CE4FFD90-568A-3840-B1AE-55719D4A2E16}"/>
              </a:ext>
            </a:extLst>
          </p:cNvPr>
          <p:cNvGrpSpPr/>
          <p:nvPr userDrawn="1"/>
        </p:nvGrpSpPr>
        <p:grpSpPr>
          <a:xfrm>
            <a:off x="711024" y="6181756"/>
            <a:ext cx="1147989" cy="371408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F6881DC-64A7-3141-A96D-0623D71B4B70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20248A28-026E-FD41-B651-A204932339CD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0AE65611-939D-B64B-BEDF-2B55CB4DC0D8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78874D28-49B4-7C4F-8FE2-70A16F2DA11E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91674AF8-3CB2-1647-B51B-DBC7DBF74E2C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457F31B8-1A1C-6F44-85CF-1FDF256EF1EE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7301714C-7579-C749-A9F1-194186C8194C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7C087481-E1C3-6B4C-8A2C-5119995C534D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38D243B-7713-C941-AA1F-72267FB85B44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9DCDA38-3A71-0F4E-9637-2469F73A3914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9400CF75-5BF5-AC4F-A8C8-405F64E6F97F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5E5ADC66-7081-A143-8EE7-5F3ADAB45A88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9A1E2A26-F54B-C34C-B606-68DBA2230DA0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49779C2D-B647-7143-8952-1F4F1005F495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12F1A3C-945D-4B4F-89D9-1D9B962986FD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B4364E88-8C3B-A446-A14E-A23F84B1C184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60446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15C5E64B-3225-45C7-B625-CC93DD9A41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77862" y="1"/>
            <a:ext cx="8014137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lang="es-ES" sz="18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Inserte aquí su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vert="horz" lIns="91440" tIns="45720" rIns="91440" bIns="45720" rtlCol="0" anchor="t">
            <a:normAutofit fontScale="90000"/>
          </a:bodyPr>
          <a:lstStyle>
            <a:lvl1pPr>
              <a:defRPr lang="es-ES" sz="5000" dirty="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pPr lvl="0"/>
            <a:r>
              <a:rPr lang="es-ES" dirty="0"/>
              <a:t>Título </a:t>
            </a:r>
            <a:br>
              <a:rPr lang="es-ES" dirty="0"/>
            </a:br>
            <a:r>
              <a:rPr lang="es-ES" dirty="0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6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Esto clic para modificar el estilo de subtítulo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lang="es-ES" sz="13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633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ortad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vert="horz" lIns="91440" tIns="45720" rIns="91440" bIns="45720" rtlCol="0" anchor="t">
            <a:normAutofit fontScale="90000"/>
          </a:bodyPr>
          <a:lstStyle>
            <a:lvl1pPr>
              <a:defRPr lang="es-ES" sz="5000" dirty="0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pPr lvl="0"/>
            <a:r>
              <a:rPr lang="es-ES" dirty="0"/>
              <a:t>Título </a:t>
            </a:r>
            <a:br>
              <a:rPr lang="es-ES" dirty="0"/>
            </a:br>
            <a:r>
              <a:rPr lang="es-ES" dirty="0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16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Esto clic para modificar el estilo de subtítulo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lang="es-ES" sz="13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CC4DD990-C903-2E4E-AB16-0729CFD12B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096485"/>
            <a:ext cx="12191999" cy="5761516"/>
          </a:xfrm>
          <a:custGeom>
            <a:avLst/>
            <a:gdLst>
              <a:gd name="connsiteX0" fmla="*/ 6353175 w 12191999"/>
              <a:gd name="connsiteY0" fmla="*/ 0 h 5761516"/>
              <a:gd name="connsiteX1" fmla="*/ 12191999 w 12191999"/>
              <a:gd name="connsiteY1" fmla="*/ 0 h 5761516"/>
              <a:gd name="connsiteX2" fmla="*/ 12191999 w 12191999"/>
              <a:gd name="connsiteY2" fmla="*/ 5047140 h 5761516"/>
              <a:gd name="connsiteX3" fmla="*/ 12191999 w 12191999"/>
              <a:gd name="connsiteY3" fmla="*/ 5761516 h 5761516"/>
              <a:gd name="connsiteX4" fmla="*/ 6353175 w 12191999"/>
              <a:gd name="connsiteY4" fmla="*/ 5761516 h 5761516"/>
              <a:gd name="connsiteX5" fmla="*/ 0 w 12191999"/>
              <a:gd name="connsiteY5" fmla="*/ 5761516 h 5761516"/>
              <a:gd name="connsiteX6" fmla="*/ 0 w 12191999"/>
              <a:gd name="connsiteY6" fmla="*/ 5047140 h 5761516"/>
              <a:gd name="connsiteX7" fmla="*/ 6353175 w 12191999"/>
              <a:gd name="connsiteY7" fmla="*/ 5047140 h 5761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5761516">
                <a:moveTo>
                  <a:pt x="6353175" y="0"/>
                </a:moveTo>
                <a:lnTo>
                  <a:pt x="12191999" y="0"/>
                </a:lnTo>
                <a:lnTo>
                  <a:pt x="12191999" y="5047140"/>
                </a:lnTo>
                <a:lnTo>
                  <a:pt x="12191999" y="5761516"/>
                </a:lnTo>
                <a:lnTo>
                  <a:pt x="6353175" y="5761516"/>
                </a:lnTo>
                <a:lnTo>
                  <a:pt x="0" y="5761516"/>
                </a:lnTo>
                <a:lnTo>
                  <a:pt x="0" y="5047140"/>
                </a:lnTo>
                <a:lnTo>
                  <a:pt x="6353175" y="504714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lang="es-ES" sz="18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Inserte aquí su imagen</a:t>
            </a:r>
          </a:p>
        </p:txBody>
      </p:sp>
    </p:spTree>
    <p:extLst>
      <p:ext uri="{BB962C8B-B14F-4D97-AF65-F5344CB8AC3E}">
        <p14:creationId xmlns:p14="http://schemas.microsoft.com/office/powerpoint/2010/main" val="296846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733739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947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081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71194EF8-8B73-4F1D-8F99-CAB16E8EF9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0555357" cy="6858000"/>
          </a:xfrm>
          <a:custGeom>
            <a:avLst/>
            <a:gdLst>
              <a:gd name="connsiteX0" fmla="*/ 0 w 10555357"/>
              <a:gd name="connsiteY0" fmla="*/ 0 h 6858000"/>
              <a:gd name="connsiteX1" fmla="*/ 10555357 w 10555357"/>
              <a:gd name="connsiteY1" fmla="*/ 0 h 6858000"/>
              <a:gd name="connsiteX2" fmla="*/ 10555357 w 10555357"/>
              <a:gd name="connsiteY2" fmla="*/ 2822713 h 6858000"/>
              <a:gd name="connsiteX3" fmla="*/ 8925339 w 10555357"/>
              <a:gd name="connsiteY3" fmla="*/ 2822713 h 6858000"/>
              <a:gd name="connsiteX4" fmla="*/ 8925339 w 10555357"/>
              <a:gd name="connsiteY4" fmla="*/ 6858000 h 6858000"/>
              <a:gd name="connsiteX5" fmla="*/ 0 w 1055535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55357" h="6858000">
                <a:moveTo>
                  <a:pt x="0" y="0"/>
                </a:moveTo>
                <a:lnTo>
                  <a:pt x="10555357" y="0"/>
                </a:lnTo>
                <a:lnTo>
                  <a:pt x="10555357" y="2822713"/>
                </a:lnTo>
                <a:lnTo>
                  <a:pt x="8925339" y="2822713"/>
                </a:lnTo>
                <a:lnTo>
                  <a:pt x="892533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Insert</a:t>
            </a:r>
            <a:r>
              <a:rPr lang="es-ES"/>
              <a:t> </a:t>
            </a:r>
            <a:r>
              <a:rPr lang="es-ES" err="1"/>
              <a:t>image</a:t>
            </a:r>
            <a:r>
              <a:rPr lang="es-ES"/>
              <a:t> </a:t>
            </a:r>
            <a:r>
              <a:rPr lang="es-ES" err="1"/>
              <a:t>here</a:t>
            </a:r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lang="en-US" sz="50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  <a:endParaRPr lang="es-ES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es-ES" sz="16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612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9650" y="1087457"/>
            <a:ext cx="4937184" cy="1407004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650" y="2722142"/>
            <a:ext cx="4934309" cy="329223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n-U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Marcador de posición de imagen 11">
            <a:extLst>
              <a:ext uri="{FF2B5EF4-FFF2-40B4-BE49-F238E27FC236}">
                <a16:creationId xmlns:a16="http://schemas.microsoft.com/office/drawing/2014/main" id="{EDFCB299-D13E-444B-B00F-6F39279EA96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52787" y="0"/>
            <a:ext cx="5439213" cy="6858000"/>
          </a:xfrm>
          <a:custGeom>
            <a:avLst/>
            <a:gdLst>
              <a:gd name="connsiteX0" fmla="*/ 922827 w 5024927"/>
              <a:gd name="connsiteY0" fmla="*/ 0 h 6858000"/>
              <a:gd name="connsiteX1" fmla="*/ 5024927 w 5024927"/>
              <a:gd name="connsiteY1" fmla="*/ 0 h 6858000"/>
              <a:gd name="connsiteX2" fmla="*/ 5024927 w 5024927"/>
              <a:gd name="connsiteY2" fmla="*/ 6858000 h 6858000"/>
              <a:gd name="connsiteX3" fmla="*/ 1486968 w 5024927"/>
              <a:gd name="connsiteY3" fmla="*/ 6858000 h 6858000"/>
              <a:gd name="connsiteX4" fmla="*/ 922827 w 5024927"/>
              <a:gd name="connsiteY4" fmla="*/ 6858000 h 6858000"/>
              <a:gd name="connsiteX5" fmla="*/ 0 w 5024927"/>
              <a:gd name="connsiteY5" fmla="*/ 6858000 h 6858000"/>
              <a:gd name="connsiteX6" fmla="*/ 0 w 5024927"/>
              <a:gd name="connsiteY6" fmla="*/ 3429000 h 6858000"/>
              <a:gd name="connsiteX7" fmla="*/ 922827 w 5024927"/>
              <a:gd name="connsiteY7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4927" h="6858000">
                <a:moveTo>
                  <a:pt x="922827" y="0"/>
                </a:moveTo>
                <a:lnTo>
                  <a:pt x="5024927" y="0"/>
                </a:lnTo>
                <a:lnTo>
                  <a:pt x="5024927" y="6858000"/>
                </a:lnTo>
                <a:lnTo>
                  <a:pt x="1486968" y="6858000"/>
                </a:lnTo>
                <a:lnTo>
                  <a:pt x="922827" y="6858000"/>
                </a:lnTo>
                <a:lnTo>
                  <a:pt x="0" y="6858000"/>
                </a:lnTo>
                <a:lnTo>
                  <a:pt x="0" y="3429000"/>
                </a:lnTo>
                <a:lnTo>
                  <a:pt x="922827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err="1"/>
              <a:t>Insert</a:t>
            </a:r>
            <a:r>
              <a:rPr lang="es-ES"/>
              <a:t> </a:t>
            </a:r>
            <a:r>
              <a:rPr lang="es-ES" err="1"/>
              <a:t>image</a:t>
            </a:r>
            <a:r>
              <a:rPr lang="es-ES"/>
              <a:t> </a:t>
            </a:r>
            <a:r>
              <a:rPr lang="es-ES" err="1"/>
              <a:t>here</a:t>
            </a:r>
            <a:endParaRPr lang="es-ES"/>
          </a:p>
          <a:p>
            <a:endParaRPr lang="es-ES"/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0A7EFB2A-E451-4457-BE59-E41A30C47C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4" y="337100"/>
            <a:ext cx="49329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n-U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E8CCE5E-9A3E-435E-B958-85D2AD7B63C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2642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342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024" y="1087458"/>
            <a:ext cx="10758733" cy="836992"/>
          </a:xfrm>
        </p:spPr>
        <p:txBody>
          <a:bodyPr anchor="t">
            <a:noAutofit/>
          </a:bodyPr>
          <a:lstStyle>
            <a:lvl1pPr>
              <a:defRPr lang="en-U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n-U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2687141"/>
            <a:ext cx="10758733" cy="3334247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600" kern="1200" dirty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741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/>
              <a:t>título </a:t>
            </a:r>
            <a:br>
              <a:rPr lang="es-ES"/>
            </a:br>
            <a:r>
              <a:rPr lang="es-ES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7930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E16DC2-1DC8-414A-8DEB-6CE7B08547A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2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09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71194EF8-8B73-4F1D-8F99-CAB16E8EF9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0555357" cy="6858000"/>
          </a:xfrm>
          <a:custGeom>
            <a:avLst/>
            <a:gdLst>
              <a:gd name="connsiteX0" fmla="*/ 0 w 10555357"/>
              <a:gd name="connsiteY0" fmla="*/ 0 h 6858000"/>
              <a:gd name="connsiteX1" fmla="*/ 10555357 w 10555357"/>
              <a:gd name="connsiteY1" fmla="*/ 0 h 6858000"/>
              <a:gd name="connsiteX2" fmla="*/ 10555357 w 10555357"/>
              <a:gd name="connsiteY2" fmla="*/ 2822713 h 6858000"/>
              <a:gd name="connsiteX3" fmla="*/ 8925339 w 10555357"/>
              <a:gd name="connsiteY3" fmla="*/ 2822713 h 6858000"/>
              <a:gd name="connsiteX4" fmla="*/ 8925339 w 10555357"/>
              <a:gd name="connsiteY4" fmla="*/ 6858000 h 6858000"/>
              <a:gd name="connsiteX5" fmla="*/ 0 w 1055535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55357" h="6858000">
                <a:moveTo>
                  <a:pt x="0" y="0"/>
                </a:moveTo>
                <a:lnTo>
                  <a:pt x="10555357" y="0"/>
                </a:lnTo>
                <a:lnTo>
                  <a:pt x="10555357" y="2822713"/>
                </a:lnTo>
                <a:lnTo>
                  <a:pt x="8925339" y="2822713"/>
                </a:lnTo>
                <a:lnTo>
                  <a:pt x="892533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Insertar imagen de fondo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accent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31190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506432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0DA36A9-2754-45E9-ADC9-61FB69D33EA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0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506432"/>
            <a:ext cx="10758732" cy="1013896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6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024" y="0"/>
            <a:ext cx="10758734" cy="304800"/>
          </a:xfrm>
        </p:spPr>
        <p:txBody>
          <a:bodyPr tIns="108000" anchor="b">
            <a:noAutofit/>
          </a:bodyPr>
          <a:lstStyle>
            <a:lvl1pPr marL="0" indent="0">
              <a:buFontTx/>
              <a:buNone/>
              <a:defRPr sz="1300">
                <a:solidFill>
                  <a:schemeClr val="tx1">
                    <a:lumMod val="50000"/>
                    <a:lumOff val="50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711199" y="1721961"/>
            <a:ext cx="10769775" cy="4629608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68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ib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6" y="506432"/>
            <a:ext cx="11052349" cy="1013896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76200"/>
            <a:ext cx="2743200" cy="365125"/>
          </a:xfrm>
          <a:prstGeom prst="rect">
            <a:avLst/>
          </a:prstGeom>
        </p:spPr>
        <p:txBody>
          <a:bodyPr rIns="180000"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417282" y="1721961"/>
            <a:ext cx="11063693" cy="4629608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Rectángulo 4"/>
          <p:cNvSpPr/>
          <p:nvPr/>
        </p:nvSpPr>
        <p:spPr>
          <a:xfrm>
            <a:off x="428626" y="168608"/>
            <a:ext cx="5526698" cy="244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5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Modelo Operativo GTS – Visión ejecutiva</a:t>
            </a:r>
          </a:p>
        </p:txBody>
      </p:sp>
    </p:spTree>
    <p:extLst>
      <p:ext uri="{BB962C8B-B14F-4D97-AF65-F5344CB8AC3E}">
        <p14:creationId xmlns:p14="http://schemas.microsoft.com/office/powerpoint/2010/main" val="334860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6" y="76200"/>
            <a:ext cx="11052349" cy="1013896"/>
          </a:xfrm>
        </p:spPr>
        <p:txBody>
          <a:bodyPr anchor="t">
            <a:normAutofit/>
          </a:bodyPr>
          <a:lstStyle>
            <a:lvl1pPr>
              <a:defRPr sz="2180" b="0">
                <a:solidFill>
                  <a:schemeClr val="accent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76200"/>
            <a:ext cx="2743200" cy="365125"/>
          </a:xfrm>
          <a:prstGeom prst="rect">
            <a:avLst/>
          </a:prstGeom>
        </p:spPr>
        <p:txBody>
          <a:bodyPr rIns="180000"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417282" y="1721961"/>
            <a:ext cx="11063693" cy="4629608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2928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g_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lipse 14"/>
          <p:cNvSpPr/>
          <p:nvPr/>
        </p:nvSpPr>
        <p:spPr>
          <a:xfrm>
            <a:off x="2670685" y="1251780"/>
            <a:ext cx="3044286" cy="3044286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Elipse 8"/>
          <p:cNvSpPr/>
          <p:nvPr/>
        </p:nvSpPr>
        <p:spPr>
          <a:xfrm>
            <a:off x="5846368" y="1066426"/>
            <a:ext cx="1275443" cy="1275443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/>
          <p:cNvSpPr/>
          <p:nvPr/>
        </p:nvSpPr>
        <p:spPr>
          <a:xfrm>
            <a:off x="9495589" y="5478245"/>
            <a:ext cx="3044286" cy="3044286"/>
          </a:xfrm>
          <a:prstGeom prst="ellipse">
            <a:avLst/>
          </a:prstGeom>
          <a:solidFill>
            <a:srgbClr val="EDF5F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300" y="1154088"/>
            <a:ext cx="5143675" cy="1187781"/>
          </a:xfrm>
        </p:spPr>
        <p:txBody>
          <a:bodyPr anchor="ctr">
            <a:noAutofit/>
          </a:bodyPr>
          <a:lstStyle>
            <a:lvl1pPr>
              <a:defRPr sz="28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86646"/>
            <a:ext cx="2743200" cy="365125"/>
          </a:xfrm>
          <a:prstGeom prst="rect">
            <a:avLst/>
          </a:prstGeom>
        </p:spPr>
        <p:txBody>
          <a:bodyPr rIns="180000"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6337300" y="2566283"/>
            <a:ext cx="5143675" cy="3785286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Rectángulo 4"/>
          <p:cNvSpPr/>
          <p:nvPr/>
        </p:nvSpPr>
        <p:spPr>
          <a:xfrm>
            <a:off x="428625" y="168608"/>
            <a:ext cx="5526698" cy="272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5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Santander Global Tech – </a:t>
            </a:r>
            <a:r>
              <a:rPr kumimoji="0" lang="es-ES" sz="1300" b="0" i="0" u="none" strike="noStrike" kern="1200" cap="none" spc="50" normalizeH="0" baseline="0" noProof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Townhall</a:t>
            </a:r>
            <a:r>
              <a:rPr kumimoji="0" lang="es-ES" sz="1300" b="0" i="0" u="none" strike="noStrike" kern="1200" cap="none" spc="5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22 septiembre 2020</a:t>
            </a:r>
          </a:p>
        </p:txBody>
      </p:sp>
      <p:sp>
        <p:nvSpPr>
          <p:cNvPr id="6" name="Marcador de posición de imagen 5"/>
          <p:cNvSpPr>
            <a:spLocks noGrp="1"/>
          </p:cNvSpPr>
          <p:nvPr>
            <p:ph type="pic" sz="quarter" idx="18"/>
          </p:nvPr>
        </p:nvSpPr>
        <p:spPr>
          <a:xfrm>
            <a:off x="-2438345" y="1327980"/>
            <a:ext cx="8153316" cy="8153316"/>
          </a:xfrm>
          <a:prstGeom prst="ellipse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8" name="Elipse 7"/>
          <p:cNvSpPr/>
          <p:nvPr/>
        </p:nvSpPr>
        <p:spPr>
          <a:xfrm>
            <a:off x="-2438345" y="1327981"/>
            <a:ext cx="8153316" cy="8153316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043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g_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ipse 11"/>
          <p:cNvSpPr/>
          <p:nvPr/>
        </p:nvSpPr>
        <p:spPr>
          <a:xfrm>
            <a:off x="6455144" y="893345"/>
            <a:ext cx="3044286" cy="3044286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Elipse 13"/>
          <p:cNvSpPr/>
          <p:nvPr/>
        </p:nvSpPr>
        <p:spPr>
          <a:xfrm>
            <a:off x="-1256166" y="5478245"/>
            <a:ext cx="3044286" cy="3044286"/>
          </a:xfrm>
          <a:prstGeom prst="ellipse">
            <a:avLst/>
          </a:prstGeom>
          <a:solidFill>
            <a:schemeClr val="bg1">
              <a:alpha val="4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Elipse 8"/>
          <p:cNvSpPr/>
          <p:nvPr/>
        </p:nvSpPr>
        <p:spPr>
          <a:xfrm>
            <a:off x="152596" y="1066426"/>
            <a:ext cx="1275443" cy="1275443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13" y="1154088"/>
            <a:ext cx="5319510" cy="1187781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518" y="76200"/>
            <a:ext cx="2946482" cy="392182"/>
          </a:xfrm>
          <a:prstGeom prst="rect">
            <a:avLst/>
          </a:prstGeom>
        </p:spPr>
        <p:txBody>
          <a:bodyPr rIns="180000"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635813" y="2566283"/>
            <a:ext cx="5319510" cy="3785286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Rectángulo 4"/>
          <p:cNvSpPr/>
          <p:nvPr/>
        </p:nvSpPr>
        <p:spPr>
          <a:xfrm>
            <a:off x="428625" y="168608"/>
            <a:ext cx="5526698" cy="272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5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Santander Global Tech – Modelo de Colaboración</a:t>
            </a:r>
          </a:p>
        </p:txBody>
      </p:sp>
      <p:sp>
        <p:nvSpPr>
          <p:cNvPr id="6" name="Marcador de posición de imagen 5"/>
          <p:cNvSpPr>
            <a:spLocks noGrp="1"/>
          </p:cNvSpPr>
          <p:nvPr>
            <p:ph type="pic" sz="quarter" idx="18"/>
          </p:nvPr>
        </p:nvSpPr>
        <p:spPr>
          <a:xfrm>
            <a:off x="6321711" y="1426606"/>
            <a:ext cx="8435689" cy="8435689"/>
          </a:xfrm>
          <a:prstGeom prst="ellipse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8" name="Elipse 7"/>
          <p:cNvSpPr/>
          <p:nvPr/>
        </p:nvSpPr>
        <p:spPr>
          <a:xfrm>
            <a:off x="6321711" y="1426607"/>
            <a:ext cx="8435689" cy="8435689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77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07098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Lorem</a:t>
            </a:r>
            <a:r>
              <a:rPr lang="es-ES"/>
              <a:t>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140E34-6F9C-486F-86A9-7CE4A416BF9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0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s-MX"/>
              <a:t>Inserte </a:t>
            </a:r>
            <a:r>
              <a:rPr lang="es-MX" err="1"/>
              <a:t>aqu</a:t>
            </a:r>
            <a:r>
              <a:rPr lang="es-ES"/>
              <a:t>í su gráfico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BA2A4D4-5553-4A0A-9312-E44CE26F2E7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3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881C90B-9432-4A2A-93F7-7D1362352D6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F122F6D0-7E7D-40E5-A2F8-BC48B7F05A1E}"/>
              </a:ext>
            </a:extLst>
          </p:cNvPr>
          <p:cNvSpPr>
            <a:spLocks noEditPoints="1"/>
          </p:cNvSpPr>
          <p:nvPr/>
        </p:nvSpPr>
        <p:spPr bwMode="auto">
          <a:xfrm>
            <a:off x="3450721" y="6262326"/>
            <a:ext cx="1171705" cy="206714"/>
          </a:xfrm>
          <a:custGeom>
            <a:avLst/>
            <a:gdLst>
              <a:gd name="T0" fmla="*/ 319 w 3262"/>
              <a:gd name="T1" fmla="*/ 39 h 572"/>
              <a:gd name="T2" fmla="*/ 300 w 3262"/>
              <a:gd name="T3" fmla="*/ 137 h 572"/>
              <a:gd name="T4" fmla="*/ 371 w 3262"/>
              <a:gd name="T5" fmla="*/ 405 h 572"/>
              <a:gd name="T6" fmla="*/ 244 w 3262"/>
              <a:gd name="T7" fmla="*/ 170 h 572"/>
              <a:gd name="T8" fmla="*/ 225 w 3262"/>
              <a:gd name="T9" fmla="*/ 267 h 572"/>
              <a:gd name="T10" fmla="*/ 300 w 3262"/>
              <a:gd name="T11" fmla="*/ 528 h 572"/>
              <a:gd name="T12" fmla="*/ 187 w 3262"/>
              <a:gd name="T13" fmla="*/ 333 h 572"/>
              <a:gd name="T14" fmla="*/ 300 w 3262"/>
              <a:gd name="T15" fmla="*/ 572 h 572"/>
              <a:gd name="T16" fmla="*/ 714 w 3262"/>
              <a:gd name="T17" fmla="*/ 540 h 572"/>
              <a:gd name="T18" fmla="*/ 910 w 3262"/>
              <a:gd name="T19" fmla="*/ 455 h 572"/>
              <a:gd name="T20" fmla="*/ 717 w 3262"/>
              <a:gd name="T21" fmla="*/ 258 h 572"/>
              <a:gd name="T22" fmla="*/ 945 w 3262"/>
              <a:gd name="T23" fmla="*/ 226 h 572"/>
              <a:gd name="T24" fmla="*/ 842 w 3262"/>
              <a:gd name="T25" fmla="*/ 322 h 572"/>
              <a:gd name="T26" fmla="*/ 829 w 3262"/>
              <a:gd name="T27" fmla="*/ 561 h 572"/>
              <a:gd name="T28" fmla="*/ 1277 w 3262"/>
              <a:gd name="T29" fmla="*/ 552 h 572"/>
              <a:gd name="T30" fmla="*/ 1138 w 3262"/>
              <a:gd name="T31" fmla="*/ 559 h 572"/>
              <a:gd name="T32" fmla="*/ 1277 w 3262"/>
              <a:gd name="T33" fmla="*/ 270 h 572"/>
              <a:gd name="T34" fmla="*/ 1171 w 3262"/>
              <a:gd name="T35" fmla="*/ 307 h 572"/>
              <a:gd name="T36" fmla="*/ 1215 w 3262"/>
              <a:gd name="T37" fmla="*/ 488 h 572"/>
              <a:gd name="T38" fmla="*/ 1533 w 3262"/>
              <a:gd name="T39" fmla="*/ 552 h 572"/>
              <a:gd name="T40" fmla="*/ 1407 w 3262"/>
              <a:gd name="T41" fmla="*/ 312 h 572"/>
              <a:gd name="T42" fmla="*/ 1345 w 3262"/>
              <a:gd name="T43" fmla="*/ 270 h 572"/>
              <a:gd name="T44" fmla="*/ 1767 w 3262"/>
              <a:gd name="T45" fmla="*/ 506 h 572"/>
              <a:gd name="T46" fmla="*/ 1756 w 3262"/>
              <a:gd name="T47" fmla="*/ 559 h 572"/>
              <a:gd name="T48" fmla="*/ 1719 w 3262"/>
              <a:gd name="T49" fmla="*/ 157 h 572"/>
              <a:gd name="T50" fmla="*/ 1812 w 3262"/>
              <a:gd name="T51" fmla="*/ 317 h 572"/>
              <a:gd name="T52" fmla="*/ 1767 w 3262"/>
              <a:gd name="T53" fmla="*/ 506 h 572"/>
              <a:gd name="T54" fmla="*/ 2043 w 3262"/>
              <a:gd name="T55" fmla="*/ 552 h 572"/>
              <a:gd name="T56" fmla="*/ 1836 w 3262"/>
              <a:gd name="T57" fmla="*/ 410 h 572"/>
              <a:gd name="T58" fmla="*/ 2038 w 3262"/>
              <a:gd name="T59" fmla="*/ 488 h 572"/>
              <a:gd name="T60" fmla="*/ 1899 w 3262"/>
              <a:gd name="T61" fmla="*/ 410 h 572"/>
              <a:gd name="T62" fmla="*/ 2418 w 3262"/>
              <a:gd name="T63" fmla="*/ 363 h 572"/>
              <a:gd name="T64" fmla="*/ 2356 w 3262"/>
              <a:gd name="T65" fmla="*/ 373 h 572"/>
              <a:gd name="T66" fmla="*/ 2230 w 3262"/>
              <a:gd name="T67" fmla="*/ 552 h 572"/>
              <a:gd name="T68" fmla="*/ 2281 w 3262"/>
              <a:gd name="T69" fmla="*/ 254 h 572"/>
              <a:gd name="T70" fmla="*/ 2733 w 3262"/>
              <a:gd name="T71" fmla="*/ 552 h 572"/>
              <a:gd name="T72" fmla="*/ 2591 w 3262"/>
              <a:gd name="T73" fmla="*/ 559 h 572"/>
              <a:gd name="T74" fmla="*/ 2671 w 3262"/>
              <a:gd name="T75" fmla="*/ 259 h 572"/>
              <a:gd name="T76" fmla="*/ 2671 w 3262"/>
              <a:gd name="T77" fmla="*/ 487 h 572"/>
              <a:gd name="T78" fmla="*/ 2531 w 3262"/>
              <a:gd name="T79" fmla="*/ 410 h 572"/>
              <a:gd name="T80" fmla="*/ 3045 w 3262"/>
              <a:gd name="T81" fmla="*/ 432 h 572"/>
              <a:gd name="T82" fmla="*/ 3038 w 3262"/>
              <a:gd name="T83" fmla="*/ 485 h 572"/>
              <a:gd name="T84" fmla="*/ 2783 w 3262"/>
              <a:gd name="T85" fmla="*/ 405 h 572"/>
              <a:gd name="T86" fmla="*/ 3045 w 3262"/>
              <a:gd name="T87" fmla="*/ 432 h 572"/>
              <a:gd name="T88" fmla="*/ 2918 w 3262"/>
              <a:gd name="T89" fmla="*/ 306 h 572"/>
              <a:gd name="T90" fmla="*/ 3256 w 3262"/>
              <a:gd name="T91" fmla="*/ 310 h 572"/>
              <a:gd name="T92" fmla="*/ 3164 w 3262"/>
              <a:gd name="T93" fmla="*/ 552 h 572"/>
              <a:gd name="T94" fmla="*/ 3208 w 3262"/>
              <a:gd name="T95" fmla="*/ 254 h 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62" h="572">
                <a:moveTo>
                  <a:pt x="430" y="262"/>
                </a:moveTo>
                <a:cubicBezTo>
                  <a:pt x="429" y="241"/>
                  <a:pt x="424" y="221"/>
                  <a:pt x="413" y="202"/>
                </a:cubicBezTo>
                <a:cubicBezTo>
                  <a:pt x="319" y="39"/>
                  <a:pt x="319" y="39"/>
                  <a:pt x="319" y="39"/>
                </a:cubicBezTo>
                <a:cubicBezTo>
                  <a:pt x="312" y="27"/>
                  <a:pt x="307" y="14"/>
                  <a:pt x="304" y="0"/>
                </a:cubicBezTo>
                <a:cubicBezTo>
                  <a:pt x="300" y="7"/>
                  <a:pt x="300" y="7"/>
                  <a:pt x="300" y="7"/>
                </a:cubicBezTo>
                <a:cubicBezTo>
                  <a:pt x="277" y="47"/>
                  <a:pt x="277" y="97"/>
                  <a:pt x="300" y="137"/>
                </a:cubicBezTo>
                <a:cubicBezTo>
                  <a:pt x="375" y="267"/>
                  <a:pt x="375" y="267"/>
                  <a:pt x="375" y="267"/>
                </a:cubicBezTo>
                <a:cubicBezTo>
                  <a:pt x="399" y="308"/>
                  <a:pt x="399" y="357"/>
                  <a:pt x="375" y="398"/>
                </a:cubicBezTo>
                <a:cubicBezTo>
                  <a:pt x="371" y="405"/>
                  <a:pt x="371" y="405"/>
                  <a:pt x="371" y="405"/>
                </a:cubicBezTo>
                <a:cubicBezTo>
                  <a:pt x="369" y="391"/>
                  <a:pt x="364" y="378"/>
                  <a:pt x="356" y="365"/>
                </a:cubicBezTo>
                <a:cubicBezTo>
                  <a:pt x="288" y="246"/>
                  <a:pt x="288" y="246"/>
                  <a:pt x="288" y="246"/>
                </a:cubicBezTo>
                <a:cubicBezTo>
                  <a:pt x="244" y="170"/>
                  <a:pt x="244" y="170"/>
                  <a:pt x="244" y="170"/>
                </a:cubicBezTo>
                <a:cubicBezTo>
                  <a:pt x="236" y="157"/>
                  <a:pt x="232" y="144"/>
                  <a:pt x="229" y="130"/>
                </a:cubicBezTo>
                <a:cubicBezTo>
                  <a:pt x="225" y="137"/>
                  <a:pt x="225" y="137"/>
                  <a:pt x="225" y="137"/>
                </a:cubicBezTo>
                <a:cubicBezTo>
                  <a:pt x="202" y="177"/>
                  <a:pt x="202" y="227"/>
                  <a:pt x="225" y="267"/>
                </a:cubicBezTo>
                <a:cubicBezTo>
                  <a:pt x="225" y="267"/>
                  <a:pt x="225" y="267"/>
                  <a:pt x="225" y="267"/>
                </a:cubicBezTo>
                <a:cubicBezTo>
                  <a:pt x="300" y="398"/>
                  <a:pt x="300" y="398"/>
                  <a:pt x="300" y="398"/>
                </a:cubicBezTo>
                <a:cubicBezTo>
                  <a:pt x="323" y="438"/>
                  <a:pt x="323" y="488"/>
                  <a:pt x="300" y="528"/>
                </a:cubicBezTo>
                <a:cubicBezTo>
                  <a:pt x="296" y="535"/>
                  <a:pt x="296" y="535"/>
                  <a:pt x="296" y="535"/>
                </a:cubicBezTo>
                <a:cubicBezTo>
                  <a:pt x="293" y="521"/>
                  <a:pt x="288" y="508"/>
                  <a:pt x="281" y="495"/>
                </a:cubicBezTo>
                <a:cubicBezTo>
                  <a:pt x="187" y="333"/>
                  <a:pt x="187" y="333"/>
                  <a:pt x="187" y="333"/>
                </a:cubicBezTo>
                <a:cubicBezTo>
                  <a:pt x="175" y="311"/>
                  <a:pt x="169" y="286"/>
                  <a:pt x="170" y="262"/>
                </a:cubicBezTo>
                <a:cubicBezTo>
                  <a:pt x="69" y="288"/>
                  <a:pt x="0" y="344"/>
                  <a:pt x="0" y="409"/>
                </a:cubicBezTo>
                <a:cubicBezTo>
                  <a:pt x="0" y="499"/>
                  <a:pt x="134" y="572"/>
                  <a:pt x="300" y="572"/>
                </a:cubicBezTo>
                <a:cubicBezTo>
                  <a:pt x="466" y="572"/>
                  <a:pt x="600" y="499"/>
                  <a:pt x="600" y="409"/>
                </a:cubicBezTo>
                <a:cubicBezTo>
                  <a:pt x="600" y="344"/>
                  <a:pt x="531" y="288"/>
                  <a:pt x="430" y="262"/>
                </a:cubicBezTo>
                <a:close/>
                <a:moveTo>
                  <a:pt x="714" y="540"/>
                </a:moveTo>
                <a:cubicBezTo>
                  <a:pt x="715" y="517"/>
                  <a:pt x="718" y="501"/>
                  <a:pt x="725" y="483"/>
                </a:cubicBezTo>
                <a:cubicBezTo>
                  <a:pt x="756" y="498"/>
                  <a:pt x="797" y="505"/>
                  <a:pt x="828" y="505"/>
                </a:cubicBezTo>
                <a:cubicBezTo>
                  <a:pt x="880" y="505"/>
                  <a:pt x="910" y="488"/>
                  <a:pt x="910" y="455"/>
                </a:cubicBezTo>
                <a:cubicBezTo>
                  <a:pt x="910" y="422"/>
                  <a:pt x="888" y="407"/>
                  <a:pt x="835" y="384"/>
                </a:cubicBezTo>
                <a:cubicBezTo>
                  <a:pt x="806" y="371"/>
                  <a:pt x="806" y="371"/>
                  <a:pt x="806" y="371"/>
                </a:cubicBezTo>
                <a:cubicBezTo>
                  <a:pt x="753" y="348"/>
                  <a:pt x="717" y="318"/>
                  <a:pt x="717" y="258"/>
                </a:cubicBezTo>
                <a:cubicBezTo>
                  <a:pt x="717" y="194"/>
                  <a:pt x="762" y="153"/>
                  <a:pt x="853" y="153"/>
                </a:cubicBezTo>
                <a:cubicBezTo>
                  <a:pt x="890" y="153"/>
                  <a:pt x="924" y="158"/>
                  <a:pt x="956" y="169"/>
                </a:cubicBezTo>
                <a:cubicBezTo>
                  <a:pt x="955" y="192"/>
                  <a:pt x="951" y="209"/>
                  <a:pt x="945" y="226"/>
                </a:cubicBezTo>
                <a:cubicBezTo>
                  <a:pt x="915" y="214"/>
                  <a:pt x="879" y="209"/>
                  <a:pt x="853" y="209"/>
                </a:cubicBezTo>
                <a:cubicBezTo>
                  <a:pt x="804" y="209"/>
                  <a:pt x="781" y="228"/>
                  <a:pt x="781" y="258"/>
                </a:cubicBezTo>
                <a:cubicBezTo>
                  <a:pt x="781" y="288"/>
                  <a:pt x="803" y="305"/>
                  <a:pt x="842" y="322"/>
                </a:cubicBezTo>
                <a:cubicBezTo>
                  <a:pt x="873" y="335"/>
                  <a:pt x="873" y="335"/>
                  <a:pt x="873" y="335"/>
                </a:cubicBezTo>
                <a:cubicBezTo>
                  <a:pt x="945" y="365"/>
                  <a:pt x="974" y="397"/>
                  <a:pt x="974" y="452"/>
                </a:cubicBezTo>
                <a:cubicBezTo>
                  <a:pt x="974" y="517"/>
                  <a:pt x="925" y="561"/>
                  <a:pt x="829" y="561"/>
                </a:cubicBezTo>
                <a:cubicBezTo>
                  <a:pt x="783" y="561"/>
                  <a:pt x="745" y="555"/>
                  <a:pt x="714" y="540"/>
                </a:cubicBezTo>
                <a:close/>
                <a:moveTo>
                  <a:pt x="1277" y="270"/>
                </a:moveTo>
                <a:cubicBezTo>
                  <a:pt x="1277" y="552"/>
                  <a:pt x="1277" y="552"/>
                  <a:pt x="1277" y="552"/>
                </a:cubicBezTo>
                <a:cubicBezTo>
                  <a:pt x="1220" y="552"/>
                  <a:pt x="1220" y="552"/>
                  <a:pt x="1220" y="552"/>
                </a:cubicBezTo>
                <a:cubicBezTo>
                  <a:pt x="1217" y="518"/>
                  <a:pt x="1217" y="518"/>
                  <a:pt x="1217" y="518"/>
                </a:cubicBezTo>
                <a:cubicBezTo>
                  <a:pt x="1201" y="543"/>
                  <a:pt x="1177" y="559"/>
                  <a:pt x="1138" y="559"/>
                </a:cubicBezTo>
                <a:cubicBezTo>
                  <a:pt x="1063" y="559"/>
                  <a:pt x="1013" y="505"/>
                  <a:pt x="1013" y="410"/>
                </a:cubicBezTo>
                <a:cubicBezTo>
                  <a:pt x="1013" y="311"/>
                  <a:pt x="1066" y="254"/>
                  <a:pt x="1171" y="254"/>
                </a:cubicBezTo>
                <a:cubicBezTo>
                  <a:pt x="1211" y="254"/>
                  <a:pt x="1245" y="259"/>
                  <a:pt x="1277" y="270"/>
                </a:cubicBezTo>
                <a:close/>
                <a:moveTo>
                  <a:pt x="1215" y="488"/>
                </a:moveTo>
                <a:cubicBezTo>
                  <a:pt x="1215" y="311"/>
                  <a:pt x="1215" y="311"/>
                  <a:pt x="1215" y="311"/>
                </a:cubicBezTo>
                <a:cubicBezTo>
                  <a:pt x="1202" y="309"/>
                  <a:pt x="1188" y="307"/>
                  <a:pt x="1171" y="307"/>
                </a:cubicBezTo>
                <a:cubicBezTo>
                  <a:pt x="1107" y="307"/>
                  <a:pt x="1077" y="347"/>
                  <a:pt x="1077" y="410"/>
                </a:cubicBezTo>
                <a:cubicBezTo>
                  <a:pt x="1077" y="468"/>
                  <a:pt x="1100" y="508"/>
                  <a:pt x="1155" y="508"/>
                </a:cubicBezTo>
                <a:cubicBezTo>
                  <a:pt x="1179" y="508"/>
                  <a:pt x="1199" y="500"/>
                  <a:pt x="1215" y="488"/>
                </a:cubicBezTo>
                <a:close/>
                <a:moveTo>
                  <a:pt x="1595" y="363"/>
                </a:moveTo>
                <a:cubicBezTo>
                  <a:pt x="1595" y="552"/>
                  <a:pt x="1595" y="552"/>
                  <a:pt x="1595" y="552"/>
                </a:cubicBezTo>
                <a:cubicBezTo>
                  <a:pt x="1533" y="552"/>
                  <a:pt x="1533" y="552"/>
                  <a:pt x="1533" y="552"/>
                </a:cubicBezTo>
                <a:cubicBezTo>
                  <a:pt x="1533" y="373"/>
                  <a:pt x="1533" y="373"/>
                  <a:pt x="1533" y="373"/>
                </a:cubicBezTo>
                <a:cubicBezTo>
                  <a:pt x="1533" y="329"/>
                  <a:pt x="1518" y="307"/>
                  <a:pt x="1456" y="307"/>
                </a:cubicBezTo>
                <a:cubicBezTo>
                  <a:pt x="1442" y="307"/>
                  <a:pt x="1424" y="309"/>
                  <a:pt x="1407" y="312"/>
                </a:cubicBezTo>
                <a:cubicBezTo>
                  <a:pt x="1407" y="552"/>
                  <a:pt x="1407" y="552"/>
                  <a:pt x="1407" y="552"/>
                </a:cubicBezTo>
                <a:cubicBezTo>
                  <a:pt x="1345" y="552"/>
                  <a:pt x="1345" y="552"/>
                  <a:pt x="1345" y="552"/>
                </a:cubicBezTo>
                <a:cubicBezTo>
                  <a:pt x="1345" y="270"/>
                  <a:pt x="1345" y="270"/>
                  <a:pt x="1345" y="270"/>
                </a:cubicBezTo>
                <a:cubicBezTo>
                  <a:pt x="1385" y="261"/>
                  <a:pt x="1428" y="254"/>
                  <a:pt x="1458" y="254"/>
                </a:cubicBezTo>
                <a:cubicBezTo>
                  <a:pt x="1562" y="254"/>
                  <a:pt x="1595" y="294"/>
                  <a:pt x="1595" y="363"/>
                </a:cubicBezTo>
                <a:close/>
                <a:moveTo>
                  <a:pt x="1767" y="506"/>
                </a:moveTo>
                <a:cubicBezTo>
                  <a:pt x="1785" y="506"/>
                  <a:pt x="1802" y="503"/>
                  <a:pt x="1816" y="498"/>
                </a:cubicBezTo>
                <a:cubicBezTo>
                  <a:pt x="1814" y="515"/>
                  <a:pt x="1812" y="534"/>
                  <a:pt x="1808" y="550"/>
                </a:cubicBezTo>
                <a:cubicBezTo>
                  <a:pt x="1791" y="557"/>
                  <a:pt x="1773" y="559"/>
                  <a:pt x="1756" y="559"/>
                </a:cubicBezTo>
                <a:cubicBezTo>
                  <a:pt x="1696" y="559"/>
                  <a:pt x="1657" y="531"/>
                  <a:pt x="1657" y="463"/>
                </a:cubicBezTo>
                <a:cubicBezTo>
                  <a:pt x="1657" y="166"/>
                  <a:pt x="1657" y="166"/>
                  <a:pt x="1657" y="166"/>
                </a:cubicBezTo>
                <a:cubicBezTo>
                  <a:pt x="1676" y="160"/>
                  <a:pt x="1700" y="157"/>
                  <a:pt x="1719" y="157"/>
                </a:cubicBezTo>
                <a:cubicBezTo>
                  <a:pt x="1719" y="264"/>
                  <a:pt x="1719" y="264"/>
                  <a:pt x="1719" y="264"/>
                </a:cubicBezTo>
                <a:cubicBezTo>
                  <a:pt x="1817" y="264"/>
                  <a:pt x="1817" y="264"/>
                  <a:pt x="1817" y="264"/>
                </a:cubicBezTo>
                <a:cubicBezTo>
                  <a:pt x="1816" y="283"/>
                  <a:pt x="1815" y="301"/>
                  <a:pt x="1812" y="317"/>
                </a:cubicBezTo>
                <a:cubicBezTo>
                  <a:pt x="1719" y="317"/>
                  <a:pt x="1719" y="317"/>
                  <a:pt x="1719" y="317"/>
                </a:cubicBezTo>
                <a:cubicBezTo>
                  <a:pt x="1719" y="455"/>
                  <a:pt x="1719" y="455"/>
                  <a:pt x="1719" y="455"/>
                </a:cubicBezTo>
                <a:cubicBezTo>
                  <a:pt x="1719" y="492"/>
                  <a:pt x="1737" y="506"/>
                  <a:pt x="1767" y="506"/>
                </a:cubicBezTo>
                <a:close/>
                <a:moveTo>
                  <a:pt x="2100" y="270"/>
                </a:moveTo>
                <a:cubicBezTo>
                  <a:pt x="2100" y="552"/>
                  <a:pt x="2100" y="552"/>
                  <a:pt x="2100" y="552"/>
                </a:cubicBezTo>
                <a:cubicBezTo>
                  <a:pt x="2043" y="552"/>
                  <a:pt x="2043" y="552"/>
                  <a:pt x="2043" y="552"/>
                </a:cubicBezTo>
                <a:cubicBezTo>
                  <a:pt x="2040" y="518"/>
                  <a:pt x="2040" y="518"/>
                  <a:pt x="2040" y="518"/>
                </a:cubicBezTo>
                <a:cubicBezTo>
                  <a:pt x="2024" y="543"/>
                  <a:pt x="2000" y="559"/>
                  <a:pt x="1960" y="559"/>
                </a:cubicBezTo>
                <a:cubicBezTo>
                  <a:pt x="1886" y="559"/>
                  <a:pt x="1836" y="505"/>
                  <a:pt x="1836" y="410"/>
                </a:cubicBezTo>
                <a:cubicBezTo>
                  <a:pt x="1836" y="311"/>
                  <a:pt x="1889" y="254"/>
                  <a:pt x="1993" y="254"/>
                </a:cubicBezTo>
                <a:cubicBezTo>
                  <a:pt x="2034" y="254"/>
                  <a:pt x="2067" y="259"/>
                  <a:pt x="2100" y="270"/>
                </a:cubicBezTo>
                <a:close/>
                <a:moveTo>
                  <a:pt x="2038" y="488"/>
                </a:moveTo>
                <a:cubicBezTo>
                  <a:pt x="2038" y="311"/>
                  <a:pt x="2038" y="311"/>
                  <a:pt x="2038" y="311"/>
                </a:cubicBezTo>
                <a:cubicBezTo>
                  <a:pt x="2025" y="309"/>
                  <a:pt x="2011" y="307"/>
                  <a:pt x="1993" y="307"/>
                </a:cubicBezTo>
                <a:cubicBezTo>
                  <a:pt x="1929" y="307"/>
                  <a:pt x="1899" y="347"/>
                  <a:pt x="1899" y="410"/>
                </a:cubicBezTo>
                <a:cubicBezTo>
                  <a:pt x="1899" y="468"/>
                  <a:pt x="1922" y="508"/>
                  <a:pt x="1978" y="508"/>
                </a:cubicBezTo>
                <a:cubicBezTo>
                  <a:pt x="2002" y="508"/>
                  <a:pt x="2022" y="500"/>
                  <a:pt x="2038" y="488"/>
                </a:cubicBezTo>
                <a:close/>
                <a:moveTo>
                  <a:pt x="2418" y="363"/>
                </a:moveTo>
                <a:cubicBezTo>
                  <a:pt x="2418" y="552"/>
                  <a:pt x="2418" y="552"/>
                  <a:pt x="2418" y="552"/>
                </a:cubicBezTo>
                <a:cubicBezTo>
                  <a:pt x="2356" y="552"/>
                  <a:pt x="2356" y="552"/>
                  <a:pt x="2356" y="552"/>
                </a:cubicBezTo>
                <a:cubicBezTo>
                  <a:pt x="2356" y="373"/>
                  <a:pt x="2356" y="373"/>
                  <a:pt x="2356" y="373"/>
                </a:cubicBezTo>
                <a:cubicBezTo>
                  <a:pt x="2356" y="329"/>
                  <a:pt x="2341" y="307"/>
                  <a:pt x="2279" y="307"/>
                </a:cubicBezTo>
                <a:cubicBezTo>
                  <a:pt x="2264" y="307"/>
                  <a:pt x="2247" y="309"/>
                  <a:pt x="2230" y="312"/>
                </a:cubicBezTo>
                <a:cubicBezTo>
                  <a:pt x="2230" y="552"/>
                  <a:pt x="2230" y="552"/>
                  <a:pt x="2230" y="552"/>
                </a:cubicBezTo>
                <a:cubicBezTo>
                  <a:pt x="2168" y="552"/>
                  <a:pt x="2168" y="552"/>
                  <a:pt x="2168" y="552"/>
                </a:cubicBezTo>
                <a:cubicBezTo>
                  <a:pt x="2168" y="270"/>
                  <a:pt x="2168" y="270"/>
                  <a:pt x="2168" y="270"/>
                </a:cubicBezTo>
                <a:cubicBezTo>
                  <a:pt x="2207" y="261"/>
                  <a:pt x="2251" y="254"/>
                  <a:pt x="2281" y="254"/>
                </a:cubicBezTo>
                <a:cubicBezTo>
                  <a:pt x="2384" y="254"/>
                  <a:pt x="2418" y="294"/>
                  <a:pt x="2418" y="363"/>
                </a:cubicBezTo>
                <a:close/>
                <a:moveTo>
                  <a:pt x="2733" y="157"/>
                </a:moveTo>
                <a:cubicBezTo>
                  <a:pt x="2733" y="552"/>
                  <a:pt x="2733" y="552"/>
                  <a:pt x="2733" y="552"/>
                </a:cubicBezTo>
                <a:cubicBezTo>
                  <a:pt x="2676" y="552"/>
                  <a:pt x="2676" y="552"/>
                  <a:pt x="2676" y="552"/>
                </a:cubicBezTo>
                <a:cubicBezTo>
                  <a:pt x="2672" y="516"/>
                  <a:pt x="2672" y="516"/>
                  <a:pt x="2672" y="516"/>
                </a:cubicBezTo>
                <a:cubicBezTo>
                  <a:pt x="2656" y="543"/>
                  <a:pt x="2632" y="559"/>
                  <a:pt x="2591" y="559"/>
                </a:cubicBezTo>
                <a:cubicBezTo>
                  <a:pt x="2517" y="559"/>
                  <a:pt x="2467" y="505"/>
                  <a:pt x="2467" y="410"/>
                </a:cubicBezTo>
                <a:cubicBezTo>
                  <a:pt x="2467" y="311"/>
                  <a:pt x="2520" y="254"/>
                  <a:pt x="2625" y="254"/>
                </a:cubicBezTo>
                <a:cubicBezTo>
                  <a:pt x="2641" y="254"/>
                  <a:pt x="2656" y="256"/>
                  <a:pt x="2671" y="259"/>
                </a:cubicBezTo>
                <a:cubicBezTo>
                  <a:pt x="2671" y="166"/>
                  <a:pt x="2671" y="166"/>
                  <a:pt x="2671" y="166"/>
                </a:cubicBezTo>
                <a:cubicBezTo>
                  <a:pt x="2690" y="159"/>
                  <a:pt x="2712" y="157"/>
                  <a:pt x="2733" y="157"/>
                </a:cubicBezTo>
                <a:close/>
                <a:moveTo>
                  <a:pt x="2671" y="487"/>
                </a:moveTo>
                <a:cubicBezTo>
                  <a:pt x="2671" y="313"/>
                  <a:pt x="2671" y="313"/>
                  <a:pt x="2671" y="313"/>
                </a:cubicBezTo>
                <a:cubicBezTo>
                  <a:pt x="2655" y="310"/>
                  <a:pt x="2638" y="307"/>
                  <a:pt x="2621" y="307"/>
                </a:cubicBezTo>
                <a:cubicBezTo>
                  <a:pt x="2560" y="307"/>
                  <a:pt x="2531" y="346"/>
                  <a:pt x="2531" y="410"/>
                </a:cubicBezTo>
                <a:cubicBezTo>
                  <a:pt x="2531" y="468"/>
                  <a:pt x="2554" y="508"/>
                  <a:pt x="2609" y="508"/>
                </a:cubicBezTo>
                <a:cubicBezTo>
                  <a:pt x="2634" y="508"/>
                  <a:pt x="2654" y="500"/>
                  <a:pt x="2671" y="487"/>
                </a:cubicBezTo>
                <a:close/>
                <a:moveTo>
                  <a:pt x="3045" y="432"/>
                </a:moveTo>
                <a:cubicBezTo>
                  <a:pt x="2847" y="432"/>
                  <a:pt x="2847" y="432"/>
                  <a:pt x="2847" y="432"/>
                </a:cubicBezTo>
                <a:cubicBezTo>
                  <a:pt x="2854" y="482"/>
                  <a:pt x="2884" y="506"/>
                  <a:pt x="2939" y="506"/>
                </a:cubicBezTo>
                <a:cubicBezTo>
                  <a:pt x="2973" y="506"/>
                  <a:pt x="3007" y="499"/>
                  <a:pt x="3038" y="485"/>
                </a:cubicBezTo>
                <a:cubicBezTo>
                  <a:pt x="3036" y="501"/>
                  <a:pt x="3033" y="522"/>
                  <a:pt x="3029" y="541"/>
                </a:cubicBezTo>
                <a:cubicBezTo>
                  <a:pt x="3001" y="554"/>
                  <a:pt x="2971" y="559"/>
                  <a:pt x="2937" y="559"/>
                </a:cubicBezTo>
                <a:cubicBezTo>
                  <a:pt x="2834" y="559"/>
                  <a:pt x="2783" y="502"/>
                  <a:pt x="2783" y="405"/>
                </a:cubicBezTo>
                <a:cubicBezTo>
                  <a:pt x="2783" y="321"/>
                  <a:pt x="2822" y="254"/>
                  <a:pt x="2921" y="254"/>
                </a:cubicBezTo>
                <a:cubicBezTo>
                  <a:pt x="3010" y="254"/>
                  <a:pt x="3048" y="313"/>
                  <a:pt x="3048" y="384"/>
                </a:cubicBezTo>
                <a:cubicBezTo>
                  <a:pt x="3048" y="401"/>
                  <a:pt x="3047" y="415"/>
                  <a:pt x="3045" y="432"/>
                </a:cubicBezTo>
                <a:close/>
                <a:moveTo>
                  <a:pt x="2845" y="380"/>
                </a:moveTo>
                <a:cubicBezTo>
                  <a:pt x="2985" y="380"/>
                  <a:pt x="2985" y="380"/>
                  <a:pt x="2985" y="380"/>
                </a:cubicBezTo>
                <a:cubicBezTo>
                  <a:pt x="2985" y="333"/>
                  <a:pt x="2960" y="306"/>
                  <a:pt x="2918" y="306"/>
                </a:cubicBezTo>
                <a:cubicBezTo>
                  <a:pt x="2874" y="306"/>
                  <a:pt x="2850" y="332"/>
                  <a:pt x="2845" y="380"/>
                </a:cubicBezTo>
                <a:close/>
                <a:moveTo>
                  <a:pt x="3262" y="257"/>
                </a:moveTo>
                <a:cubicBezTo>
                  <a:pt x="3262" y="275"/>
                  <a:pt x="3260" y="298"/>
                  <a:pt x="3256" y="310"/>
                </a:cubicBezTo>
                <a:cubicBezTo>
                  <a:pt x="3241" y="308"/>
                  <a:pt x="3227" y="307"/>
                  <a:pt x="3209" y="307"/>
                </a:cubicBezTo>
                <a:cubicBezTo>
                  <a:pt x="3194" y="307"/>
                  <a:pt x="3179" y="309"/>
                  <a:pt x="3164" y="311"/>
                </a:cubicBezTo>
                <a:cubicBezTo>
                  <a:pt x="3164" y="552"/>
                  <a:pt x="3164" y="552"/>
                  <a:pt x="3164" y="552"/>
                </a:cubicBezTo>
                <a:cubicBezTo>
                  <a:pt x="3102" y="552"/>
                  <a:pt x="3102" y="552"/>
                  <a:pt x="3102" y="552"/>
                </a:cubicBezTo>
                <a:cubicBezTo>
                  <a:pt x="3102" y="270"/>
                  <a:pt x="3102" y="270"/>
                  <a:pt x="3102" y="270"/>
                </a:cubicBezTo>
                <a:cubicBezTo>
                  <a:pt x="3128" y="261"/>
                  <a:pt x="3173" y="254"/>
                  <a:pt x="3208" y="254"/>
                </a:cubicBezTo>
                <a:cubicBezTo>
                  <a:pt x="3227" y="254"/>
                  <a:pt x="3248" y="255"/>
                  <a:pt x="3262" y="2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61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6F217A7-E64B-4E3A-9341-F02B4B6515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562" y="6257925"/>
            <a:ext cx="2154559" cy="2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93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D144F3F9-4FBD-4CE5-B411-FC7E8EF2F8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938" y="5756774"/>
            <a:ext cx="2849562" cy="271392"/>
          </a:xfrm>
          <a:prstGeom prst="rect">
            <a:avLst/>
          </a:prstGeom>
        </p:spPr>
      </p:pic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>
                <a:solidFill>
                  <a:schemeClr val="tx2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Nuestra misión es contribuir al progreso de las personas y de las empresas.</a:t>
            </a:r>
          </a:p>
          <a:p>
            <a:endParaRPr lang="es-ES" sz="1400">
              <a:solidFill>
                <a:schemeClr val="tx2"/>
              </a:solidFill>
              <a:latin typeface="Santander Text" panose="020B05040202010201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s-ES" sz="1400">
                <a:solidFill>
                  <a:schemeClr val="tx2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>
                <a:solidFill>
                  <a:schemeClr val="accent1"/>
                </a:solidFill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200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lib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6" y="506432"/>
            <a:ext cx="11052349" cy="1013896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6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F0D30A8-A0F8-EA4A-A8A4-7D81607D5B5A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7"/>
          </p:nvPr>
        </p:nvSpPr>
        <p:spPr>
          <a:xfrm>
            <a:off x="6337300" y="1721961"/>
            <a:ext cx="5143675" cy="4629608"/>
          </a:xfrm>
        </p:spPr>
        <p:txBody>
          <a:bodyPr>
            <a:noAutofit/>
          </a:bodyPr>
          <a:lstStyle>
            <a:lvl1pPr marL="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>
              <a:buNone/>
              <a:defRPr lang="es-ES" sz="17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>
              <a:buNone/>
              <a:defRPr lang="en-GB" sz="17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Rectángulo 4"/>
          <p:cNvSpPr/>
          <p:nvPr/>
        </p:nvSpPr>
        <p:spPr>
          <a:xfrm>
            <a:off x="428625" y="168608"/>
            <a:ext cx="5526698" cy="272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5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Santander Text Light" panose="020B03040202010201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Santander Global Tech – Modelo de Colaboración</a:t>
            </a:r>
          </a:p>
        </p:txBody>
      </p:sp>
      <p:sp>
        <p:nvSpPr>
          <p:cNvPr id="6" name="Marcador de posición de imagen 5"/>
          <p:cNvSpPr>
            <a:spLocks noGrp="1"/>
          </p:cNvSpPr>
          <p:nvPr>
            <p:ph type="pic" sz="quarter" idx="18"/>
          </p:nvPr>
        </p:nvSpPr>
        <p:spPr>
          <a:xfrm>
            <a:off x="-2138729" y="1551396"/>
            <a:ext cx="7853699" cy="7853699"/>
          </a:xfrm>
          <a:prstGeom prst="ellipse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8" name="Elipse 7"/>
          <p:cNvSpPr/>
          <p:nvPr/>
        </p:nvSpPr>
        <p:spPr>
          <a:xfrm>
            <a:off x="-2138729" y="1551397"/>
            <a:ext cx="7853699" cy="7853699"/>
          </a:xfrm>
          <a:prstGeom prst="ellipse">
            <a:avLst/>
          </a:prstGeom>
          <a:solidFill>
            <a:srgbClr val="DEEDF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2294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/>
          <p:cNvSpPr txBox="1"/>
          <p:nvPr userDrawn="1"/>
        </p:nvSpPr>
        <p:spPr>
          <a:xfrm>
            <a:off x="4" y="1"/>
            <a:ext cx="684624" cy="48169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s-ES" sz="21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8758CA3-6FEC-8742-8A7B-CDFB6DD2EF56}"/>
              </a:ext>
            </a:extLst>
          </p:cNvPr>
          <p:cNvSpPr/>
          <p:nvPr userDrawn="1"/>
        </p:nvSpPr>
        <p:spPr>
          <a:xfrm>
            <a:off x="5449513" y="5484709"/>
            <a:ext cx="6740608" cy="1373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83" tIns="60941" rIns="121883" bIns="6094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2399">
              <a:latin typeface="Open Sans" panose="020B0606030504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C4BEBBB-4A13-1743-A382-C89C06FB7FEE}"/>
              </a:ext>
            </a:extLst>
          </p:cNvPr>
          <p:cNvSpPr/>
          <p:nvPr userDrawn="1"/>
        </p:nvSpPr>
        <p:spPr>
          <a:xfrm flipH="1">
            <a:off x="1882" y="6403601"/>
            <a:ext cx="6426527" cy="454401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83" tIns="60941" rIns="121883" bIns="6094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2399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965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">
          <p15:clr>
            <a:srgbClr val="FBAE40"/>
          </p15:clr>
        </p15:guide>
        <p15:guide id="2" pos="1542">
          <p15:clr>
            <a:srgbClr val="FBAE40"/>
          </p15:clr>
        </p15:guide>
        <p15:guide id="3" orient="horz" pos="29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xto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650" y="1087277"/>
            <a:ext cx="4937184" cy="1407004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3800" kern="1200" dirty="0">
                <a:solidFill>
                  <a:schemeClr val="accent1"/>
                </a:solidFill>
                <a:latin typeface="Santander Headline" panose="020B0504020201020104" pitchFamily="34" charset="0"/>
                <a:ea typeface="+mj-ea"/>
                <a:cs typeface="+mj-cs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9650" y="2722142"/>
            <a:ext cx="4934309" cy="329223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n-US" sz="1600" kern="1200" dirty="0">
                <a:solidFill>
                  <a:schemeClr val="tx1"/>
                </a:solidFill>
                <a:latin typeface="Santander Text Light" panose="020B03040202010201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4" name="Marcador de posición de imagen 11">
            <a:extLst>
              <a:ext uri="{FF2B5EF4-FFF2-40B4-BE49-F238E27FC236}">
                <a16:creationId xmlns:a16="http://schemas.microsoft.com/office/drawing/2014/main" id="{EDFCB299-D13E-444B-B00F-6F39279EA96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52787" y="0"/>
            <a:ext cx="5439213" cy="6858000"/>
          </a:xfrm>
          <a:custGeom>
            <a:avLst/>
            <a:gdLst>
              <a:gd name="connsiteX0" fmla="*/ 922827 w 5024927"/>
              <a:gd name="connsiteY0" fmla="*/ 0 h 6858000"/>
              <a:gd name="connsiteX1" fmla="*/ 5024927 w 5024927"/>
              <a:gd name="connsiteY1" fmla="*/ 0 h 6858000"/>
              <a:gd name="connsiteX2" fmla="*/ 5024927 w 5024927"/>
              <a:gd name="connsiteY2" fmla="*/ 6858000 h 6858000"/>
              <a:gd name="connsiteX3" fmla="*/ 1486968 w 5024927"/>
              <a:gd name="connsiteY3" fmla="*/ 6858000 h 6858000"/>
              <a:gd name="connsiteX4" fmla="*/ 922827 w 5024927"/>
              <a:gd name="connsiteY4" fmla="*/ 6858000 h 6858000"/>
              <a:gd name="connsiteX5" fmla="*/ 0 w 5024927"/>
              <a:gd name="connsiteY5" fmla="*/ 6858000 h 6858000"/>
              <a:gd name="connsiteX6" fmla="*/ 0 w 5024927"/>
              <a:gd name="connsiteY6" fmla="*/ 3429000 h 6858000"/>
              <a:gd name="connsiteX7" fmla="*/ 922827 w 5024927"/>
              <a:gd name="connsiteY7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24927" h="6858000">
                <a:moveTo>
                  <a:pt x="922827" y="0"/>
                </a:moveTo>
                <a:lnTo>
                  <a:pt x="5024927" y="0"/>
                </a:lnTo>
                <a:lnTo>
                  <a:pt x="5024927" y="6858000"/>
                </a:lnTo>
                <a:lnTo>
                  <a:pt x="1486968" y="6858000"/>
                </a:lnTo>
                <a:lnTo>
                  <a:pt x="922827" y="6858000"/>
                </a:lnTo>
                <a:lnTo>
                  <a:pt x="0" y="6858000"/>
                </a:lnTo>
                <a:lnTo>
                  <a:pt x="0" y="3429000"/>
                </a:lnTo>
                <a:lnTo>
                  <a:pt x="922827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atin typeface="Santander Text" panose="020B0504020201020104" pitchFamily="34" charset="0"/>
              </a:defRPr>
            </a:lvl1pPr>
          </a:lstStyle>
          <a:p>
            <a:r>
              <a:rPr lang="es-ES" dirty="0"/>
              <a:t>Inserte aquí su imagen</a:t>
            </a:r>
          </a:p>
          <a:p>
            <a:endParaRPr lang="es-ES" dirty="0"/>
          </a:p>
        </p:txBody>
      </p:sp>
      <p:sp>
        <p:nvSpPr>
          <p:cNvPr id="10" name="Marcador de texto 14">
            <a:extLst>
              <a:ext uri="{FF2B5EF4-FFF2-40B4-BE49-F238E27FC236}">
                <a16:creationId xmlns:a16="http://schemas.microsoft.com/office/drawing/2014/main" id="{8A379642-FFFB-499C-8605-61F9942B8C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49329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lang="es-ES" sz="1600" kern="1200" dirty="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7588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240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ines-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149" y="3072305"/>
            <a:ext cx="4788000" cy="3666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890460"/>
            <a:ext cx="4673600" cy="1528888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0776" y="949994"/>
            <a:ext cx="4614862" cy="5501606"/>
          </a:xfrm>
        </p:spPr>
        <p:txBody>
          <a:bodyPr anchor="t" anchorCtr="0"/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idx="10"/>
          </p:nvPr>
        </p:nvSpPr>
        <p:spPr>
          <a:xfrm>
            <a:off x="1422400" y="2452440"/>
            <a:ext cx="4673600" cy="619372"/>
          </a:xfrm>
        </p:spPr>
        <p:txBody>
          <a:bodyPr anchor="t" anchorCtr="0"/>
          <a:lstStyle>
            <a:lvl1pPr marL="0" indent="0">
              <a:buNone/>
              <a:defRPr sz="18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08221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7302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1CB60B27-3339-4968-B60C-5595DBAA9393}"/>
              </a:ext>
            </a:extLst>
          </p:cNvPr>
          <p:cNvSpPr/>
          <p:nvPr userDrawn="1"/>
        </p:nvSpPr>
        <p:spPr>
          <a:xfrm>
            <a:off x="1" y="0"/>
            <a:ext cx="10555357" cy="6858000"/>
          </a:xfrm>
          <a:custGeom>
            <a:avLst/>
            <a:gdLst>
              <a:gd name="connsiteX0" fmla="*/ 0 w 10555357"/>
              <a:gd name="connsiteY0" fmla="*/ 0 h 6858000"/>
              <a:gd name="connsiteX1" fmla="*/ 10555357 w 10555357"/>
              <a:gd name="connsiteY1" fmla="*/ 0 h 6858000"/>
              <a:gd name="connsiteX2" fmla="*/ 10555357 w 10555357"/>
              <a:gd name="connsiteY2" fmla="*/ 2822713 h 6858000"/>
              <a:gd name="connsiteX3" fmla="*/ 8925339 w 10555357"/>
              <a:gd name="connsiteY3" fmla="*/ 2822713 h 6858000"/>
              <a:gd name="connsiteX4" fmla="*/ 8925339 w 10555357"/>
              <a:gd name="connsiteY4" fmla="*/ 6858000 h 6858000"/>
              <a:gd name="connsiteX5" fmla="*/ 0 w 1055535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55357" h="6858000">
                <a:moveTo>
                  <a:pt x="0" y="0"/>
                </a:moveTo>
                <a:lnTo>
                  <a:pt x="10555357" y="0"/>
                </a:lnTo>
                <a:lnTo>
                  <a:pt x="10555357" y="2822713"/>
                </a:lnTo>
                <a:lnTo>
                  <a:pt x="8925339" y="2822713"/>
                </a:lnTo>
                <a:lnTo>
                  <a:pt x="892533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  <a:endParaRPr lang="es-ES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accent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08132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84400"/>
            <a:ext cx="10980000" cy="518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insertar el 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622800" y="864000"/>
            <a:ext cx="10980000" cy="370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i="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subtítulo</a:t>
            </a:r>
          </a:p>
        </p:txBody>
      </p:sp>
    </p:spTree>
    <p:extLst>
      <p:ext uri="{BB962C8B-B14F-4D97-AF65-F5344CB8AC3E}">
        <p14:creationId xmlns:p14="http://schemas.microsoft.com/office/powerpoint/2010/main" val="26493251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1"/>
            <a:ext cx="9348787" cy="4633910"/>
          </a:xfrm>
          <a:prstGeom prst="rect">
            <a:avLst/>
          </a:prstGeom>
        </p:spPr>
        <p:txBody>
          <a:bodyPr/>
          <a:lstStyle>
            <a:lvl1pPr>
              <a:tabLst>
                <a:tab pos="8972326" algn="r"/>
              </a:tabLst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tabLst>
                <a:tab pos="8972326" algn="r"/>
              </a:tabLst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tabLst>
                <a:tab pos="8972326" algn="r"/>
              </a:tabLst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tabLst>
                <a:tab pos="8972326" algn="r"/>
              </a:tabLst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tabLst>
                <a:tab pos="6705432" algn="r"/>
              </a:tabLst>
              <a:defRPr baseline="0">
                <a:latin typeface="Verdana" panose="020B0604030504040204" pitchFamily="34" charset="0"/>
                <a:ea typeface="Verdana" panose="020B0604030504040204" pitchFamily="34" charset="0"/>
              </a:defRPr>
            </a:lvl5pPr>
            <a:lvl6pPr>
              <a:tabLst>
                <a:tab pos="8972326" algn="r"/>
              </a:tabLst>
              <a:defRPr/>
            </a:lvl6pPr>
            <a:lvl7pPr>
              <a:tabLst>
                <a:tab pos="8972326" algn="r"/>
              </a:tabLst>
              <a:defRPr/>
            </a:lvl7pPr>
            <a:lvl8pPr>
              <a:tabLst>
                <a:tab pos="8972326" algn="r"/>
              </a:tabLst>
              <a:defRPr/>
            </a:lvl8pPr>
            <a:lvl9pPr>
              <a:tabLst>
                <a:tab pos="8972326" algn="r"/>
              </a:tabLs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7708415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8D545-AB0F-FB40-AC23-45C0B6DB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75518"/>
            <a:ext cx="12192000" cy="366183"/>
          </a:xfrm>
          <a:prstGeom prst="rect">
            <a:avLst/>
          </a:prstGeom>
        </p:spPr>
        <p:txBody>
          <a:bodyPr/>
          <a:lstStyle/>
          <a:p>
            <a:fld id="{5EF58D7A-EAE7-5F4E-B6DC-2872CDB70906}" type="slidenum">
              <a:rPr lang="en-US" smtClean="0">
                <a:solidFill>
                  <a:srgbClr val="4472C4">
                    <a:lumMod val="50000"/>
                  </a:srgbClr>
                </a:solidFill>
              </a:rPr>
              <a:pPr/>
              <a:t>‹Nº›</a:t>
            </a:fld>
            <a:endParaRPr lang="en-US">
              <a:solidFill>
                <a:srgbClr val="4472C4">
                  <a:lumMod val="50000"/>
                </a:srgbClr>
              </a:solidFill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CD9D31A5-C85A-4351-873A-42C48644AF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900" y="1137092"/>
            <a:ext cx="11252200" cy="392111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40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8631C071-6537-4D1E-B1E8-EA7FC24814D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69900" y="565723"/>
            <a:ext cx="11252200" cy="4518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08988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D4F43C4D-E9AD-4AF1-B7A8-5813A1C018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1" y="317500"/>
            <a:ext cx="11188700" cy="334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A1D9C97-62F2-4FFE-91F5-857C2E00B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2" y="651600"/>
            <a:ext cx="1118869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E1DCC-6D01-46A2-903A-84CAEFE9BB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9313" y="6607175"/>
            <a:ext cx="46037" cy="46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4999902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n 27">
            <a:extLst>
              <a:ext uri="{FF2B5EF4-FFF2-40B4-BE49-F238E27FC236}">
                <a16:creationId xmlns:a16="http://schemas.microsoft.com/office/drawing/2014/main" id="{175311A7-FAB4-7147-9228-A7516BFF81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71CCCC0F-2431-4345-A9A9-F2C3CDD0B4A9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Picture 2" descr="Resultado de imagen de DJSI Member Log">
            <a:extLst>
              <a:ext uri="{FF2B5EF4-FFF2-40B4-BE49-F238E27FC236}">
                <a16:creationId xmlns:a16="http://schemas.microsoft.com/office/drawing/2014/main" id="{38607988-B145-4F0E-91F6-611DE541C0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FC705B30-8348-4ADA-9A52-17520C8CAFA4}"/>
              </a:ext>
            </a:extLst>
          </p:cNvPr>
          <p:cNvSpPr txBox="1"/>
          <p:nvPr userDrawn="1"/>
        </p:nvSpPr>
        <p:spPr>
          <a:xfrm>
            <a:off x="721506" y="628193"/>
            <a:ext cx="33654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noProof="0">
                <a:solidFill>
                  <a:schemeClr val="bg1"/>
                </a:solidFill>
                <a:latin typeface="Santander Headline" panose="020B0504020201020104" pitchFamily="34" charset="0"/>
              </a:rPr>
              <a:t>Thank You.</a:t>
            </a:r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910E5E9C-F6DE-4102-A205-68705BEC8D84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29" name="CuadroTexto 22">
            <a:extLst>
              <a:ext uri="{FF2B5EF4-FFF2-40B4-BE49-F238E27FC236}">
                <a16:creationId xmlns:a16="http://schemas.microsoft.com/office/drawing/2014/main" id="{4C5074F4-C765-4FDE-A47B-E45BF89CED10}"/>
              </a:ext>
            </a:extLst>
          </p:cNvPr>
          <p:cNvSpPr txBox="1"/>
          <p:nvPr userDrawn="1"/>
        </p:nvSpPr>
        <p:spPr>
          <a:xfrm>
            <a:off x="719288" y="1895911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  <a:latin typeface="Santander Text" panose="020B0504020201020104" pitchFamily="34" charset="0"/>
              </a:rPr>
              <a:t>Our purpose is to help people and businesses prosper.</a:t>
            </a:r>
          </a:p>
          <a:p>
            <a:endParaRPr lang="en-US" sz="1400" dirty="0">
              <a:solidFill>
                <a:schemeClr val="bg1"/>
              </a:solidFill>
              <a:latin typeface="Santander Text" panose="020B0504020201020104" pitchFamily="34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Santander Text" panose="020B0504020201020104" pitchFamily="34" charset="0"/>
              </a:rPr>
              <a:t>Our culture is based on believing </a:t>
            </a:r>
            <a:br>
              <a:rPr lang="en-US" sz="1400" dirty="0">
                <a:solidFill>
                  <a:schemeClr val="bg1"/>
                </a:solidFill>
                <a:latin typeface="Santander Text" panose="020B0504020201020104" pitchFamily="34" charset="0"/>
              </a:rPr>
            </a:br>
            <a:r>
              <a:rPr lang="en-US" sz="1400" dirty="0">
                <a:solidFill>
                  <a:schemeClr val="bg1"/>
                </a:solidFill>
                <a:latin typeface="Santander Text" panose="020B0504020201020104" pitchFamily="34" charset="0"/>
              </a:rPr>
              <a:t>that everything we do should be:</a:t>
            </a:r>
          </a:p>
        </p:txBody>
      </p:sp>
      <p:sp>
        <p:nvSpPr>
          <p:cNvPr id="32" name="Freeform: Shape 14">
            <a:extLst>
              <a:ext uri="{FF2B5EF4-FFF2-40B4-BE49-F238E27FC236}">
                <a16:creationId xmlns:a16="http://schemas.microsoft.com/office/drawing/2014/main" id="{FAD5E498-61B1-4785-9A3A-670B307E94CB}"/>
              </a:ext>
            </a:extLst>
          </p:cNvPr>
          <p:cNvSpPr/>
          <p:nvPr userDrawn="1"/>
        </p:nvSpPr>
        <p:spPr>
          <a:xfrm>
            <a:off x="820236" y="3464157"/>
            <a:ext cx="2446172" cy="248603"/>
          </a:xfrm>
          <a:custGeom>
            <a:avLst/>
            <a:gdLst/>
            <a:ahLst/>
            <a:cxnLst/>
            <a:rect l="l" t="t" r="r" b="b"/>
            <a:pathLst>
              <a:path w="2446172" h="248603">
                <a:moveTo>
                  <a:pt x="2218258" y="75686"/>
                </a:moveTo>
                <a:cubicBezTo>
                  <a:pt x="2202560" y="75848"/>
                  <a:pt x="2190935" y="80359"/>
                  <a:pt x="2183385" y="89222"/>
                </a:cubicBezTo>
                <a:cubicBezTo>
                  <a:pt x="2175835" y="98084"/>
                  <a:pt x="2172083" y="110330"/>
                  <a:pt x="2172129" y="125959"/>
                </a:cubicBezTo>
                <a:cubicBezTo>
                  <a:pt x="2172037" y="140289"/>
                  <a:pt x="2175052" y="151821"/>
                  <a:pt x="2181175" y="160557"/>
                </a:cubicBezTo>
                <a:cubicBezTo>
                  <a:pt x="2187298" y="169292"/>
                  <a:pt x="2197081" y="173781"/>
                  <a:pt x="2210524" y="174023"/>
                </a:cubicBezTo>
                <a:cubicBezTo>
                  <a:pt x="2216451" y="173988"/>
                  <a:pt x="2221861" y="173090"/>
                  <a:pt x="2226752" y="171329"/>
                </a:cubicBezTo>
                <a:cubicBezTo>
                  <a:pt x="2231644" y="169568"/>
                  <a:pt x="2236086" y="167151"/>
                  <a:pt x="2240080" y="164078"/>
                </a:cubicBezTo>
                <a:lnTo>
                  <a:pt x="2240080" y="77344"/>
                </a:lnTo>
                <a:cubicBezTo>
                  <a:pt x="2236926" y="76791"/>
                  <a:pt x="2233566" y="76377"/>
                  <a:pt x="2229998" y="76101"/>
                </a:cubicBezTo>
                <a:cubicBezTo>
                  <a:pt x="2226430" y="75825"/>
                  <a:pt x="2222517" y="75686"/>
                  <a:pt x="2218258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469508" y="75686"/>
                </a:moveTo>
                <a:cubicBezTo>
                  <a:pt x="1455466" y="75859"/>
                  <a:pt x="1445085" y="80210"/>
                  <a:pt x="1438363" y="88738"/>
                </a:cubicBezTo>
                <a:cubicBezTo>
                  <a:pt x="1431642" y="97267"/>
                  <a:pt x="1428304" y="108937"/>
                  <a:pt x="1428350" y="123750"/>
                </a:cubicBezTo>
                <a:cubicBezTo>
                  <a:pt x="1428460" y="140663"/>
                  <a:pt x="1432108" y="153104"/>
                  <a:pt x="1439296" y="161075"/>
                </a:cubicBezTo>
                <a:cubicBezTo>
                  <a:pt x="1446483" y="169045"/>
                  <a:pt x="1456554" y="172993"/>
                  <a:pt x="1469508" y="172918"/>
                </a:cubicBezTo>
                <a:cubicBezTo>
                  <a:pt x="1483031" y="172762"/>
                  <a:pt x="1493136" y="168446"/>
                  <a:pt x="1499823" y="159970"/>
                </a:cubicBezTo>
                <a:cubicBezTo>
                  <a:pt x="1506510" y="151493"/>
                  <a:pt x="1509848" y="139788"/>
                  <a:pt x="1509836" y="124855"/>
                </a:cubicBezTo>
                <a:cubicBezTo>
                  <a:pt x="1509710" y="108062"/>
                  <a:pt x="1506096" y="95655"/>
                  <a:pt x="1498995" y="87633"/>
                </a:cubicBezTo>
                <a:cubicBezTo>
                  <a:pt x="1491894" y="79611"/>
                  <a:pt x="1482064" y="75629"/>
                  <a:pt x="14695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1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101204" y="75134"/>
                </a:moveTo>
                <a:cubicBezTo>
                  <a:pt x="1090460" y="75163"/>
                  <a:pt x="1082185" y="78213"/>
                  <a:pt x="1076379" y="84284"/>
                </a:cubicBezTo>
                <a:cubicBezTo>
                  <a:pt x="1070572" y="90355"/>
                  <a:pt x="1067062" y="99275"/>
                  <a:pt x="1065848" y="111043"/>
                </a:cubicBezTo>
                <a:lnTo>
                  <a:pt x="1134351" y="111043"/>
                </a:lnTo>
                <a:cubicBezTo>
                  <a:pt x="1134282" y="99637"/>
                  <a:pt x="1131382" y="90821"/>
                  <a:pt x="1125650" y="84595"/>
                </a:cubicBezTo>
                <a:cubicBezTo>
                  <a:pt x="1119919" y="78368"/>
                  <a:pt x="1111770" y="75215"/>
                  <a:pt x="1101204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301050" y="53036"/>
                </a:moveTo>
                <a:lnTo>
                  <a:pt x="2331434" y="53036"/>
                </a:lnTo>
                <a:lnTo>
                  <a:pt x="2331434" y="195568"/>
                </a:lnTo>
                <a:lnTo>
                  <a:pt x="2301050" y="195568"/>
                </a:ln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419655" y="49721"/>
                </a:moveTo>
                <a:cubicBezTo>
                  <a:pt x="2424454" y="49716"/>
                  <a:pt x="2429219" y="49796"/>
                  <a:pt x="2433950" y="49963"/>
                </a:cubicBezTo>
                <a:cubicBezTo>
                  <a:pt x="2438680" y="50130"/>
                  <a:pt x="2442754" y="50418"/>
                  <a:pt x="2446172" y="50826"/>
                </a:cubicBezTo>
                <a:cubicBezTo>
                  <a:pt x="2446161" y="55534"/>
                  <a:pt x="2445908" y="60275"/>
                  <a:pt x="2445413" y="65052"/>
                </a:cubicBezTo>
                <a:cubicBezTo>
                  <a:pt x="2444918" y="69828"/>
                  <a:pt x="2444250" y="73741"/>
                  <a:pt x="2443410" y="76791"/>
                </a:cubicBezTo>
                <a:cubicBezTo>
                  <a:pt x="2439848" y="76383"/>
                  <a:pt x="2436200" y="76095"/>
                  <a:pt x="2432465" y="75928"/>
                </a:cubicBezTo>
                <a:cubicBezTo>
                  <a:pt x="2428730" y="75761"/>
                  <a:pt x="2424736" y="75681"/>
                  <a:pt x="2420484" y="75686"/>
                </a:cubicBezTo>
                <a:cubicBezTo>
                  <a:pt x="2413026" y="75686"/>
                  <a:pt x="2405567" y="76239"/>
                  <a:pt x="2398109" y="77344"/>
                </a:cubicBezTo>
                <a:lnTo>
                  <a:pt x="2398109" y="195568"/>
                </a:lnTo>
                <a:lnTo>
                  <a:pt x="2367725" y="195568"/>
                </a:lnTo>
                <a:lnTo>
                  <a:pt x="2367725" y="57456"/>
                </a:lnTo>
                <a:cubicBezTo>
                  <a:pt x="2374498" y="55200"/>
                  <a:pt x="2382635" y="53358"/>
                  <a:pt x="2392136" y="51931"/>
                </a:cubicBezTo>
                <a:cubicBezTo>
                  <a:pt x="2401637" y="50504"/>
                  <a:pt x="2410810" y="49767"/>
                  <a:pt x="2419655" y="49721"/>
                </a:cubicBezTo>
                <a:close/>
                <a:moveTo>
                  <a:pt x="2218258" y="49721"/>
                </a:moveTo>
                <a:cubicBezTo>
                  <a:pt x="2228133" y="49698"/>
                  <a:pt x="2237318" y="50297"/>
                  <a:pt x="2245812" y="51517"/>
                </a:cubicBezTo>
                <a:cubicBezTo>
                  <a:pt x="2254306" y="52737"/>
                  <a:pt x="2262523" y="54716"/>
                  <a:pt x="2270465" y="57456"/>
                </a:cubicBezTo>
                <a:lnTo>
                  <a:pt x="2270465" y="195568"/>
                </a:lnTo>
                <a:lnTo>
                  <a:pt x="2242566" y="195568"/>
                </a:lnTo>
                <a:lnTo>
                  <a:pt x="2240909" y="178995"/>
                </a:lnTo>
                <a:cubicBezTo>
                  <a:pt x="2237111" y="185141"/>
                  <a:pt x="2232069" y="189975"/>
                  <a:pt x="2225785" y="193496"/>
                </a:cubicBezTo>
                <a:cubicBezTo>
                  <a:pt x="2219501" y="197018"/>
                  <a:pt x="2211560" y="198814"/>
                  <a:pt x="2201961" y="198883"/>
                </a:cubicBezTo>
                <a:cubicBezTo>
                  <a:pt x="2183477" y="198745"/>
                  <a:pt x="2168791" y="192392"/>
                  <a:pt x="2157903" y="179823"/>
                </a:cubicBezTo>
                <a:cubicBezTo>
                  <a:pt x="2147015" y="167255"/>
                  <a:pt x="2141445" y="149300"/>
                  <a:pt x="2141191" y="125959"/>
                </a:cubicBezTo>
                <a:cubicBezTo>
                  <a:pt x="2141209" y="101514"/>
                  <a:pt x="2147665" y="82730"/>
                  <a:pt x="2160562" y="69610"/>
                </a:cubicBezTo>
                <a:cubicBezTo>
                  <a:pt x="2173458" y="56489"/>
                  <a:pt x="2192690" y="49859"/>
                  <a:pt x="2218258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9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870" y="49721"/>
                </a:moveTo>
                <a:cubicBezTo>
                  <a:pt x="1647903" y="49842"/>
                  <a:pt x="1665443" y="54503"/>
                  <a:pt x="1675491" y="63705"/>
                </a:cubicBezTo>
                <a:cubicBezTo>
                  <a:pt x="1685538" y="72907"/>
                  <a:pt x="1690372" y="85924"/>
                  <a:pt x="1689992" y="102757"/>
                </a:cubicBezTo>
                <a:lnTo>
                  <a:pt x="1689992" y="195568"/>
                </a:lnTo>
                <a:lnTo>
                  <a:pt x="1659608" y="195568"/>
                </a:lnTo>
                <a:lnTo>
                  <a:pt x="1659608" y="108005"/>
                </a:lnTo>
                <a:cubicBezTo>
                  <a:pt x="1659941" y="97111"/>
                  <a:pt x="1657478" y="88997"/>
                  <a:pt x="1652219" y="83662"/>
                </a:cubicBezTo>
                <a:cubicBezTo>
                  <a:pt x="1646959" y="78328"/>
                  <a:pt x="1636900" y="75669"/>
                  <a:pt x="1622041" y="75686"/>
                </a:cubicBezTo>
                <a:cubicBezTo>
                  <a:pt x="1618416" y="75692"/>
                  <a:pt x="1614548" y="75888"/>
                  <a:pt x="1610440" y="76273"/>
                </a:cubicBezTo>
                <a:cubicBezTo>
                  <a:pt x="1606331" y="76659"/>
                  <a:pt x="1602187" y="77200"/>
                  <a:pt x="1598009" y="77896"/>
                </a:cubicBezTo>
                <a:lnTo>
                  <a:pt x="1598009" y="195568"/>
                </a:lnTo>
                <a:lnTo>
                  <a:pt x="1567625" y="195568"/>
                </a:lnTo>
                <a:lnTo>
                  <a:pt x="1567625" y="57456"/>
                </a:lnTo>
                <a:cubicBezTo>
                  <a:pt x="1577471" y="55079"/>
                  <a:pt x="1587265" y="53203"/>
                  <a:pt x="1597008" y="51828"/>
                </a:cubicBezTo>
                <a:cubicBezTo>
                  <a:pt x="1606751" y="50452"/>
                  <a:pt x="1615371" y="49750"/>
                  <a:pt x="1622870" y="49721"/>
                </a:cubicBezTo>
                <a:close/>
                <a:moveTo>
                  <a:pt x="1470336" y="49721"/>
                </a:moveTo>
                <a:cubicBezTo>
                  <a:pt x="1485815" y="49861"/>
                  <a:pt x="1498777" y="53111"/>
                  <a:pt x="1509223" y="59471"/>
                </a:cubicBezTo>
                <a:cubicBezTo>
                  <a:pt x="1519668" y="65831"/>
                  <a:pt x="1527535" y="74462"/>
                  <a:pt x="1532825" y="85365"/>
                </a:cubicBezTo>
                <a:cubicBezTo>
                  <a:pt x="1538114" y="96267"/>
                  <a:pt x="1540764" y="108602"/>
                  <a:pt x="1540774" y="122369"/>
                </a:cubicBezTo>
                <a:cubicBezTo>
                  <a:pt x="1540555" y="146705"/>
                  <a:pt x="1534018" y="165500"/>
                  <a:pt x="1521162" y="178753"/>
                </a:cubicBezTo>
                <a:cubicBezTo>
                  <a:pt x="1508306" y="192006"/>
                  <a:pt x="1490443" y="198716"/>
                  <a:pt x="1467574" y="198883"/>
                </a:cubicBezTo>
                <a:cubicBezTo>
                  <a:pt x="1452360" y="198743"/>
                  <a:pt x="1439544" y="195493"/>
                  <a:pt x="1429128" y="189133"/>
                </a:cubicBezTo>
                <a:cubicBezTo>
                  <a:pt x="1418711" y="182773"/>
                  <a:pt x="1410827" y="174142"/>
                  <a:pt x="1405475" y="163240"/>
                </a:cubicBezTo>
                <a:cubicBezTo>
                  <a:pt x="1400122" y="152337"/>
                  <a:pt x="1397435" y="140003"/>
                  <a:pt x="1397413" y="126236"/>
                </a:cubicBezTo>
                <a:cubicBezTo>
                  <a:pt x="1397655" y="101899"/>
                  <a:pt x="1404215" y="83104"/>
                  <a:pt x="1417094" y="69851"/>
                </a:cubicBezTo>
                <a:cubicBezTo>
                  <a:pt x="1429973" y="56598"/>
                  <a:pt x="1447720" y="49888"/>
                  <a:pt x="1470336" y="49721"/>
                </a:cubicBezTo>
                <a:close/>
                <a:moveTo>
                  <a:pt x="1329662" y="49721"/>
                </a:moveTo>
                <a:cubicBezTo>
                  <a:pt x="1338351" y="49704"/>
                  <a:pt x="1346454" y="50222"/>
                  <a:pt x="1353969" y="51275"/>
                </a:cubicBezTo>
                <a:cubicBezTo>
                  <a:pt x="1361485" y="52328"/>
                  <a:pt x="1368483" y="54020"/>
                  <a:pt x="1374963" y="56351"/>
                </a:cubicBezTo>
                <a:cubicBezTo>
                  <a:pt x="1374709" y="60316"/>
                  <a:pt x="1374249" y="64263"/>
                  <a:pt x="1373581" y="68194"/>
                </a:cubicBezTo>
                <a:cubicBezTo>
                  <a:pt x="1372914" y="72124"/>
                  <a:pt x="1371901" y="76279"/>
                  <a:pt x="1370543" y="80659"/>
                </a:cubicBezTo>
                <a:cubicBezTo>
                  <a:pt x="1364092" y="78604"/>
                  <a:pt x="1357589" y="77119"/>
                  <a:pt x="1351035" y="76204"/>
                </a:cubicBezTo>
                <a:cubicBezTo>
                  <a:pt x="1344480" y="75289"/>
                  <a:pt x="1337632" y="74841"/>
                  <a:pt x="1330490" y="74858"/>
                </a:cubicBezTo>
                <a:cubicBezTo>
                  <a:pt x="1321018" y="74933"/>
                  <a:pt x="1314550" y="76302"/>
                  <a:pt x="1311086" y="78967"/>
                </a:cubicBezTo>
                <a:cubicBezTo>
                  <a:pt x="1307621" y="81631"/>
                  <a:pt x="1305987" y="85141"/>
                  <a:pt x="1306182" y="89498"/>
                </a:cubicBezTo>
                <a:cubicBezTo>
                  <a:pt x="1306165" y="94504"/>
                  <a:pt x="1307926" y="98510"/>
                  <a:pt x="1311465" y="101514"/>
                </a:cubicBezTo>
                <a:cubicBezTo>
                  <a:pt x="1315004" y="104517"/>
                  <a:pt x="1320425" y="107142"/>
                  <a:pt x="1327728" y="109386"/>
                </a:cubicBezTo>
                <a:lnTo>
                  <a:pt x="1342368" y="114082"/>
                </a:lnTo>
                <a:cubicBezTo>
                  <a:pt x="1355414" y="118104"/>
                  <a:pt x="1364955" y="123456"/>
                  <a:pt x="1370992" y="130137"/>
                </a:cubicBezTo>
                <a:cubicBezTo>
                  <a:pt x="1377029" y="136819"/>
                  <a:pt x="1380009" y="145554"/>
                  <a:pt x="1379935" y="156344"/>
                </a:cubicBezTo>
                <a:cubicBezTo>
                  <a:pt x="1379865" y="169114"/>
                  <a:pt x="1375032" y="179346"/>
                  <a:pt x="1365433" y="187040"/>
                </a:cubicBezTo>
                <a:cubicBezTo>
                  <a:pt x="1355834" y="194734"/>
                  <a:pt x="1341885" y="198681"/>
                  <a:pt x="1323585" y="198883"/>
                </a:cubicBezTo>
                <a:cubicBezTo>
                  <a:pt x="1313428" y="198906"/>
                  <a:pt x="1304393" y="198169"/>
                  <a:pt x="1296480" y="196673"/>
                </a:cubicBezTo>
                <a:cubicBezTo>
                  <a:pt x="1288567" y="195177"/>
                  <a:pt x="1281397" y="192783"/>
                  <a:pt x="1274969" y="189491"/>
                </a:cubicBezTo>
                <a:cubicBezTo>
                  <a:pt x="1275245" y="183863"/>
                  <a:pt x="1275729" y="178960"/>
                  <a:pt x="1276419" y="174782"/>
                </a:cubicBezTo>
                <a:cubicBezTo>
                  <a:pt x="1277110" y="170604"/>
                  <a:pt x="1278008" y="166944"/>
                  <a:pt x="1279112" y="163802"/>
                </a:cubicBezTo>
                <a:cubicBezTo>
                  <a:pt x="1285661" y="166985"/>
                  <a:pt x="1292866" y="169390"/>
                  <a:pt x="1300727" y="171019"/>
                </a:cubicBezTo>
                <a:cubicBezTo>
                  <a:pt x="1308588" y="172647"/>
                  <a:pt x="1315931" y="173464"/>
                  <a:pt x="1322756" y="173470"/>
                </a:cubicBezTo>
                <a:cubicBezTo>
                  <a:pt x="1331497" y="173516"/>
                  <a:pt x="1338184" y="172250"/>
                  <a:pt x="1342817" y="169672"/>
                </a:cubicBezTo>
                <a:cubicBezTo>
                  <a:pt x="1347449" y="167094"/>
                  <a:pt x="1349786" y="162928"/>
                  <a:pt x="1349826" y="157173"/>
                </a:cubicBezTo>
                <a:cubicBezTo>
                  <a:pt x="1349757" y="152189"/>
                  <a:pt x="1347823" y="148345"/>
                  <a:pt x="1344025" y="145640"/>
                </a:cubicBezTo>
                <a:cubicBezTo>
                  <a:pt x="1340227" y="142936"/>
                  <a:pt x="1334979" y="140611"/>
                  <a:pt x="1328281" y="138666"/>
                </a:cubicBezTo>
                <a:lnTo>
                  <a:pt x="1314193" y="134246"/>
                </a:lnTo>
                <a:cubicBezTo>
                  <a:pt x="1300434" y="129821"/>
                  <a:pt x="1290731" y="123963"/>
                  <a:pt x="1285086" y="116671"/>
                </a:cubicBezTo>
                <a:cubicBezTo>
                  <a:pt x="1279440" y="109380"/>
                  <a:pt x="1276713" y="100691"/>
                  <a:pt x="1276903" y="90603"/>
                </a:cubicBezTo>
                <a:cubicBezTo>
                  <a:pt x="1276926" y="77781"/>
                  <a:pt x="1281368" y="67791"/>
                  <a:pt x="1290231" y="60632"/>
                </a:cubicBezTo>
                <a:cubicBezTo>
                  <a:pt x="1299093" y="53473"/>
                  <a:pt x="1312236" y="49836"/>
                  <a:pt x="1329662" y="49721"/>
                </a:cubicBezTo>
                <a:close/>
                <a:moveTo>
                  <a:pt x="1238555" y="49721"/>
                </a:moveTo>
                <a:cubicBezTo>
                  <a:pt x="1243354" y="49716"/>
                  <a:pt x="1248119" y="49796"/>
                  <a:pt x="1252850" y="49963"/>
                </a:cubicBezTo>
                <a:cubicBezTo>
                  <a:pt x="1257580" y="50130"/>
                  <a:pt x="1261654" y="50418"/>
                  <a:pt x="1265073" y="50826"/>
                </a:cubicBezTo>
                <a:cubicBezTo>
                  <a:pt x="1265061" y="55534"/>
                  <a:pt x="1264808" y="60275"/>
                  <a:pt x="1264313" y="65052"/>
                </a:cubicBezTo>
                <a:cubicBezTo>
                  <a:pt x="1263818" y="69828"/>
                  <a:pt x="1263151" y="73741"/>
                  <a:pt x="1262310" y="76791"/>
                </a:cubicBezTo>
                <a:cubicBezTo>
                  <a:pt x="1258748" y="76383"/>
                  <a:pt x="1255100" y="76095"/>
                  <a:pt x="1251365" y="75928"/>
                </a:cubicBezTo>
                <a:cubicBezTo>
                  <a:pt x="1247630" y="75761"/>
                  <a:pt x="1243636" y="75681"/>
                  <a:pt x="1239384" y="75686"/>
                </a:cubicBezTo>
                <a:cubicBezTo>
                  <a:pt x="1231926" y="75686"/>
                  <a:pt x="1224468" y="76239"/>
                  <a:pt x="1217010" y="77344"/>
                </a:cubicBezTo>
                <a:lnTo>
                  <a:pt x="1217010" y="195568"/>
                </a:lnTo>
                <a:lnTo>
                  <a:pt x="1186625" y="195568"/>
                </a:lnTo>
                <a:lnTo>
                  <a:pt x="1186625" y="57456"/>
                </a:lnTo>
                <a:cubicBezTo>
                  <a:pt x="1193398" y="55200"/>
                  <a:pt x="1201535" y="53358"/>
                  <a:pt x="1211036" y="51931"/>
                </a:cubicBezTo>
                <a:cubicBezTo>
                  <a:pt x="1220537" y="50504"/>
                  <a:pt x="1229710" y="49767"/>
                  <a:pt x="1238555" y="49721"/>
                </a:cubicBezTo>
                <a:close/>
                <a:moveTo>
                  <a:pt x="1102862" y="49721"/>
                </a:moveTo>
                <a:cubicBezTo>
                  <a:pt x="1124425" y="50182"/>
                  <a:pt x="1140204" y="56374"/>
                  <a:pt x="1150200" y="68297"/>
                </a:cubicBezTo>
                <a:cubicBezTo>
                  <a:pt x="1160196" y="80221"/>
                  <a:pt x="1165133" y="95114"/>
                  <a:pt x="1165012" y="112977"/>
                </a:cubicBezTo>
                <a:cubicBezTo>
                  <a:pt x="1165012" y="117201"/>
                  <a:pt x="1164874" y="121183"/>
                  <a:pt x="1164598" y="124924"/>
                </a:cubicBezTo>
                <a:cubicBezTo>
                  <a:pt x="1164322" y="128664"/>
                  <a:pt x="1163908" y="132508"/>
                  <a:pt x="1163355" y="136456"/>
                </a:cubicBezTo>
                <a:lnTo>
                  <a:pt x="1066400" y="136456"/>
                </a:lnTo>
                <a:cubicBezTo>
                  <a:pt x="1068288" y="148731"/>
                  <a:pt x="1072937" y="157881"/>
                  <a:pt x="1080349" y="163906"/>
                </a:cubicBezTo>
                <a:cubicBezTo>
                  <a:pt x="1087762" y="169931"/>
                  <a:pt x="1098212" y="172935"/>
                  <a:pt x="1111701" y="172918"/>
                </a:cubicBezTo>
                <a:cubicBezTo>
                  <a:pt x="1120028" y="172912"/>
                  <a:pt x="1128303" y="172026"/>
                  <a:pt x="1136527" y="170259"/>
                </a:cubicBezTo>
                <a:cubicBezTo>
                  <a:pt x="1144750" y="168492"/>
                  <a:pt x="1152680" y="165880"/>
                  <a:pt x="1160317" y="162421"/>
                </a:cubicBezTo>
                <a:cubicBezTo>
                  <a:pt x="1159758" y="166507"/>
                  <a:pt x="1159079" y="170973"/>
                  <a:pt x="1158279" y="175818"/>
                </a:cubicBezTo>
                <a:cubicBezTo>
                  <a:pt x="1157479" y="180663"/>
                  <a:pt x="1156593" y="185405"/>
                  <a:pt x="1155621" y="190044"/>
                </a:cubicBezTo>
                <a:cubicBezTo>
                  <a:pt x="1148732" y="193191"/>
                  <a:pt x="1141585" y="195459"/>
                  <a:pt x="1134179" y="196846"/>
                </a:cubicBezTo>
                <a:cubicBezTo>
                  <a:pt x="1126772" y="198233"/>
                  <a:pt x="1119004" y="198912"/>
                  <a:pt x="1110872" y="198883"/>
                </a:cubicBezTo>
                <a:cubicBezTo>
                  <a:pt x="1085494" y="198693"/>
                  <a:pt x="1066573" y="192029"/>
                  <a:pt x="1054108" y="178891"/>
                </a:cubicBezTo>
                <a:cubicBezTo>
                  <a:pt x="1041643" y="165753"/>
                  <a:pt x="1035428" y="147281"/>
                  <a:pt x="1035463" y="123473"/>
                </a:cubicBezTo>
                <a:cubicBezTo>
                  <a:pt x="1035400" y="109606"/>
                  <a:pt x="1037644" y="97135"/>
                  <a:pt x="1042194" y="86060"/>
                </a:cubicBezTo>
                <a:cubicBezTo>
                  <a:pt x="1046745" y="74986"/>
                  <a:pt x="1053982" y="66198"/>
                  <a:pt x="1063904" y="59696"/>
                </a:cubicBezTo>
                <a:cubicBezTo>
                  <a:pt x="1073826" y="53195"/>
                  <a:pt x="1086812" y="49870"/>
                  <a:pt x="1102862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2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5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50" y="76722"/>
                  <a:pt x="259157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944528" y="28452"/>
                </a:moveTo>
                <a:cubicBezTo>
                  <a:pt x="941173" y="28435"/>
                  <a:pt x="937593" y="28538"/>
                  <a:pt x="933789" y="28763"/>
                </a:cubicBezTo>
                <a:cubicBezTo>
                  <a:pt x="929986" y="28987"/>
                  <a:pt x="926199" y="29436"/>
                  <a:pt x="922430" y="30109"/>
                </a:cubicBezTo>
                <a:lnTo>
                  <a:pt x="922430" y="101375"/>
                </a:lnTo>
                <a:lnTo>
                  <a:pt x="945633" y="101375"/>
                </a:lnTo>
                <a:cubicBezTo>
                  <a:pt x="960790" y="101312"/>
                  <a:pt x="972047" y="98193"/>
                  <a:pt x="979401" y="92018"/>
                </a:cubicBezTo>
                <a:cubicBezTo>
                  <a:pt x="986756" y="85844"/>
                  <a:pt x="990416" y="76993"/>
                  <a:pt x="990381" y="65466"/>
                </a:cubicBezTo>
                <a:cubicBezTo>
                  <a:pt x="990439" y="52927"/>
                  <a:pt x="986733" y="43616"/>
                  <a:pt x="979263" y="37533"/>
                </a:cubicBezTo>
                <a:cubicBezTo>
                  <a:pt x="971793" y="31450"/>
                  <a:pt x="960215" y="28423"/>
                  <a:pt x="944528" y="28452"/>
                </a:cubicBezTo>
                <a:close/>
                <a:moveTo>
                  <a:pt x="2005917" y="4420"/>
                </a:moveTo>
                <a:lnTo>
                  <a:pt x="2120275" y="4420"/>
                </a:lnTo>
                <a:cubicBezTo>
                  <a:pt x="2119998" y="8558"/>
                  <a:pt x="2119584" y="13127"/>
                  <a:pt x="2119032" y="18128"/>
                </a:cubicBezTo>
                <a:cubicBezTo>
                  <a:pt x="2118479" y="23129"/>
                  <a:pt x="2117789" y="27767"/>
                  <a:pt x="2116960" y="32043"/>
                </a:cubicBezTo>
                <a:lnTo>
                  <a:pt x="2036855" y="32043"/>
                </a:lnTo>
                <a:lnTo>
                  <a:pt x="2036855" y="85631"/>
                </a:lnTo>
                <a:lnTo>
                  <a:pt x="2115026" y="85631"/>
                </a:lnTo>
                <a:cubicBezTo>
                  <a:pt x="2114750" y="89636"/>
                  <a:pt x="2114336" y="94124"/>
                  <a:pt x="2113783" y="99097"/>
                </a:cubicBezTo>
                <a:cubicBezTo>
                  <a:pt x="2113231" y="104069"/>
                  <a:pt x="2112540" y="108695"/>
                  <a:pt x="2111712" y="112977"/>
                </a:cubicBezTo>
                <a:lnTo>
                  <a:pt x="2036855" y="112977"/>
                </a:lnTo>
                <a:lnTo>
                  <a:pt x="2036855" y="195568"/>
                </a:lnTo>
                <a:lnTo>
                  <a:pt x="2005917" y="195568"/>
                </a:ln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8" y="5479"/>
                  <a:pt x="1881345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1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943423" y="1382"/>
                </a:moveTo>
                <a:cubicBezTo>
                  <a:pt x="963261" y="1532"/>
                  <a:pt x="978921" y="4393"/>
                  <a:pt x="990401" y="9965"/>
                </a:cubicBezTo>
                <a:cubicBezTo>
                  <a:pt x="1001882" y="15538"/>
                  <a:pt x="1010032" y="22921"/>
                  <a:pt x="1014852" y="32115"/>
                </a:cubicBezTo>
                <a:cubicBezTo>
                  <a:pt x="1019673" y="41308"/>
                  <a:pt x="1022012" y="51413"/>
                  <a:pt x="1021871" y="62428"/>
                </a:cubicBezTo>
                <a:cubicBezTo>
                  <a:pt x="1021715" y="83283"/>
                  <a:pt x="1015051" y="99373"/>
                  <a:pt x="1001879" y="110698"/>
                </a:cubicBezTo>
                <a:cubicBezTo>
                  <a:pt x="988706" y="122023"/>
                  <a:pt x="969958" y="127755"/>
                  <a:pt x="945633" y="127893"/>
                </a:cubicBezTo>
                <a:lnTo>
                  <a:pt x="922430" y="127893"/>
                </a:lnTo>
                <a:lnTo>
                  <a:pt x="922430" y="195292"/>
                </a:lnTo>
                <a:lnTo>
                  <a:pt x="891492" y="195292"/>
                </a:lnTo>
                <a:lnTo>
                  <a:pt x="891492" y="6906"/>
                </a:lnTo>
                <a:cubicBezTo>
                  <a:pt x="898473" y="5347"/>
                  <a:pt x="906610" y="4046"/>
                  <a:pt x="915904" y="3005"/>
                </a:cubicBezTo>
                <a:cubicBezTo>
                  <a:pt x="925198" y="1963"/>
                  <a:pt x="934371" y="1422"/>
                  <a:pt x="943423" y="1382"/>
                </a:cubicBezTo>
                <a:close/>
                <a:moveTo>
                  <a:pt x="2316242" y="1106"/>
                </a:moveTo>
                <a:cubicBezTo>
                  <a:pt x="2321738" y="1215"/>
                  <a:pt x="2326215" y="2999"/>
                  <a:pt x="2329673" y="6458"/>
                </a:cubicBezTo>
                <a:cubicBezTo>
                  <a:pt x="2333132" y="9916"/>
                  <a:pt x="2334916" y="14393"/>
                  <a:pt x="2335025" y="19889"/>
                </a:cubicBezTo>
                <a:cubicBezTo>
                  <a:pt x="2334916" y="25385"/>
                  <a:pt x="2333132" y="29862"/>
                  <a:pt x="2329673" y="33320"/>
                </a:cubicBezTo>
                <a:cubicBezTo>
                  <a:pt x="2326215" y="36779"/>
                  <a:pt x="2321738" y="38563"/>
                  <a:pt x="2316242" y="38672"/>
                </a:cubicBezTo>
                <a:cubicBezTo>
                  <a:pt x="2310614" y="38563"/>
                  <a:pt x="2306056" y="36779"/>
                  <a:pt x="2302569" y="33320"/>
                </a:cubicBezTo>
                <a:cubicBezTo>
                  <a:pt x="2299082" y="29862"/>
                  <a:pt x="2297286" y="25385"/>
                  <a:pt x="2297183" y="19889"/>
                </a:cubicBezTo>
                <a:cubicBezTo>
                  <a:pt x="2297286" y="14393"/>
                  <a:pt x="2299082" y="9916"/>
                  <a:pt x="2302569" y="6458"/>
                </a:cubicBezTo>
                <a:cubicBezTo>
                  <a:pt x="2306056" y="2999"/>
                  <a:pt x="2310614" y="1215"/>
                  <a:pt x="2316242" y="1106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8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4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79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1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2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8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1" y="77511"/>
                  <a:pt x="1853" y="66059"/>
                  <a:pt x="1657" y="51655"/>
                </a:cubicBezTo>
                <a:cubicBezTo>
                  <a:pt x="1634" y="35726"/>
                  <a:pt x="7136" y="23181"/>
                  <a:pt x="18162" y="14019"/>
                </a:cubicBezTo>
                <a:cubicBezTo>
                  <a:pt x="29188" y="4858"/>
                  <a:pt x="45877" y="185"/>
                  <a:pt x="6822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áfico 9">
            <a:extLst>
              <a:ext uri="{FF2B5EF4-FFF2-40B4-BE49-F238E27FC236}">
                <a16:creationId xmlns:a16="http://schemas.microsoft.com/office/drawing/2014/main" id="{D7D1118F-D961-5D4E-A99E-91DB04523D7B}"/>
              </a:ext>
            </a:extLst>
          </p:cNvPr>
          <p:cNvGrpSpPr/>
          <p:nvPr userDrawn="1"/>
        </p:nvGrpSpPr>
        <p:grpSpPr>
          <a:xfrm>
            <a:off x="777009" y="5510203"/>
            <a:ext cx="1632205" cy="528066"/>
            <a:chOff x="2209800" y="2171700"/>
            <a:chExt cx="7772400" cy="2514600"/>
          </a:xfrm>
          <a:solidFill>
            <a:schemeClr val="bg1"/>
          </a:solidFill>
        </p:grpSpPr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276485F7-C8F1-6F4E-B19E-B0456233B082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65018C20-1CE6-E14B-AA06-E3E82594E7B1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9C807149-1C9A-614E-9288-1A94A7141539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3FC7419E-3E61-634E-83B9-F320B0203BF8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58392D9B-30EA-2C4A-9290-3B39BF659250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160F3DCB-B896-6744-B7C2-BB3313ED6F20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8" name="Forma libre 47">
              <a:extLst>
                <a:ext uri="{FF2B5EF4-FFF2-40B4-BE49-F238E27FC236}">
                  <a16:creationId xmlns:a16="http://schemas.microsoft.com/office/drawing/2014/main" id="{4C023565-4C67-2C42-9CF2-5AFD66B128F1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EE9FFC36-ED3E-BF43-AF0C-A31B29BCB1EC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1E5618AD-0DAD-8245-BB27-45F34AC252BF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DFBC59BB-92BC-F446-B5DA-8A6024768D00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D913EB3F-5A6F-AC4B-B00F-C64DFA4E4E0E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DDEB374A-CC8D-6D4C-B30C-45486AFDDF9D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orma libre 53">
              <a:extLst>
                <a:ext uri="{FF2B5EF4-FFF2-40B4-BE49-F238E27FC236}">
                  <a16:creationId xmlns:a16="http://schemas.microsoft.com/office/drawing/2014/main" id="{4EA2BB2B-26D3-0644-B2EC-6A2D8391AA64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21F28F17-1497-6D48-9600-8439F31D3914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B3AE39EE-6FAC-DA47-860E-46391B3F044C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80978A59-1999-0943-A5B1-D2BFEC7F03DB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95897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8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779198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739" r:id="rId19"/>
    <p:sldLayoutId id="2147483676" r:id="rId20"/>
    <p:sldLayoutId id="2147483714" r:id="rId21"/>
    <p:sldLayoutId id="2147483723" r:id="rId22"/>
    <p:sldLayoutId id="2147483738" r:id="rId23"/>
    <p:sldLayoutId id="2147483845" r:id="rId24"/>
    <p:sldLayoutId id="2147483846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EB0000"/>
          </a:solidFill>
          <a:latin typeface="Santander Text" panose="020B05040202010201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33880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  <p:sldLayoutId id="2147483764" r:id="rId19"/>
    <p:sldLayoutId id="2147483765" r:id="rId20"/>
    <p:sldLayoutId id="2147483766" r:id="rId21"/>
    <p:sldLayoutId id="2147483767" r:id="rId22"/>
    <p:sldLayoutId id="2147483769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EB0000"/>
          </a:solidFill>
          <a:latin typeface="Santander Text" panose="020B05040202010201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6099" y="0"/>
            <a:ext cx="180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376555"/>
            <a:ext cx="11234103" cy="13255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1962622"/>
            <a:ext cx="11235600" cy="40005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>
            <a:off x="10916542" y="6476839"/>
            <a:ext cx="90944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fld id="{AF13361C-F961-4A5B-8078-A796E184F721}" type="slidenum">
              <a:rPr lang="en-GB" sz="1200" b="1" smtClean="0">
                <a:solidFill>
                  <a:schemeClr val="tx2"/>
                </a:solidFill>
              </a:rPr>
              <a:pPr algn="r"/>
              <a:t>‹Nº›</a:t>
            </a:fld>
            <a:endParaRPr lang="en-GB" sz="12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39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7" r:id="rId5"/>
    <p:sldLayoutId id="2147483838" r:id="rId6"/>
    <p:sldLayoutId id="2147483842" r:id="rId7"/>
    <p:sldLayoutId id="2147483844" r:id="rId8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 cap="all" baseline="0">
          <a:solidFill>
            <a:srgbClr val="33333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400" kern="1200">
          <a:solidFill>
            <a:srgbClr val="333333"/>
          </a:solidFill>
          <a:latin typeface="+mn-lt"/>
          <a:ea typeface="+mn-ea"/>
          <a:cs typeface="+mn-cs"/>
        </a:defRPr>
      </a:lvl2pPr>
      <a:lvl3pPr marL="179388" indent="-179388" algn="l" defTabSz="914400" rtl="0" eaLnBrk="1" latinLnBrk="0" hangingPunct="1">
        <a:lnSpc>
          <a:spcPct val="100000"/>
        </a:lnSpc>
        <a:spcBef>
          <a:spcPts val="12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rgbClr val="333333"/>
          </a:solidFill>
          <a:latin typeface="+mn-lt"/>
          <a:ea typeface="+mn-ea"/>
          <a:cs typeface="+mn-cs"/>
        </a:defRPr>
      </a:lvl3pPr>
      <a:lvl4pPr marL="360363" indent="-177800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Corbel" panose="020B0503020204020204" pitchFamily="34" charset="0"/>
        <a:buChar char="–"/>
        <a:defRPr sz="1400" kern="1200">
          <a:solidFill>
            <a:srgbClr val="333333"/>
          </a:solidFill>
          <a:latin typeface="+mn-lt"/>
          <a:ea typeface="+mn-ea"/>
          <a:cs typeface="+mn-cs"/>
        </a:defRPr>
      </a:lvl4pPr>
      <a:lvl5pPr marL="538163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4032">
          <p15:clr>
            <a:srgbClr val="F26B43"/>
          </p15:clr>
        </p15:guide>
        <p15:guide id="4" pos="302">
          <p15:clr>
            <a:srgbClr val="F26B43"/>
          </p15:clr>
        </p15:guide>
        <p15:guide id="5" pos="7379">
          <p15:clr>
            <a:srgbClr val="F26B43"/>
          </p15:clr>
        </p15:guide>
        <p15:guide id="7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67BBC0BA-C18B-1A45-AEB2-1C4AC647F7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906" t="5457" r="3063"/>
          <a:stretch/>
        </p:blipFill>
        <p:spPr>
          <a:xfrm flipH="1">
            <a:off x="4028068" y="1"/>
            <a:ext cx="8163932" cy="6858000"/>
          </a:xfr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>
                <a:latin typeface="Santander Text Light" panose="020B0304020201020104" pitchFamily="34" charset="77"/>
              </a:rPr>
              <a:t>Santander  </a:t>
            </a:r>
            <a:r>
              <a:rPr lang="en-US" dirty="0">
                <a:latin typeface="Santander Text Light" panose="020B0304020201020104" pitchFamily="34" charset="77"/>
              </a:rPr>
              <a:t>|  </a:t>
            </a:r>
            <a:r>
              <a:rPr lang="es-ES" dirty="0" err="1">
                <a:latin typeface="Santander Text Light" panose="020B0304020201020104" pitchFamily="34" charset="77"/>
              </a:rPr>
              <a:t>Ago</a:t>
            </a:r>
            <a:r>
              <a:rPr lang="es-ES" dirty="0">
                <a:latin typeface="Santander Text Light" panose="020B0304020201020104" pitchFamily="34" charset="77"/>
              </a:rPr>
              <a:t> 25</a:t>
            </a:r>
          </a:p>
        </p:txBody>
      </p:sp>
      <p:grpSp>
        <p:nvGrpSpPr>
          <p:cNvPr id="12" name="Gráfico 9">
            <a:extLst>
              <a:ext uri="{FF2B5EF4-FFF2-40B4-BE49-F238E27FC236}">
                <a16:creationId xmlns:a16="http://schemas.microsoft.com/office/drawing/2014/main" id="{3564ED1D-C45D-0E43-9125-EBD362DD6226}"/>
              </a:ext>
            </a:extLst>
          </p:cNvPr>
          <p:cNvGrpSpPr/>
          <p:nvPr/>
        </p:nvGrpSpPr>
        <p:grpSpPr>
          <a:xfrm>
            <a:off x="737507" y="5449824"/>
            <a:ext cx="1836423" cy="594137"/>
            <a:chOff x="2209800" y="2171700"/>
            <a:chExt cx="7772400" cy="2514600"/>
          </a:xfrm>
          <a:solidFill>
            <a:schemeClr val="accent1"/>
          </a:solidFill>
        </p:grpSpPr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0EE8D34B-2577-E545-B51A-F920C351D4D9}"/>
                </a:ext>
              </a:extLst>
            </p:cNvPr>
            <p:cNvSpPr/>
            <p:nvPr/>
          </p:nvSpPr>
          <p:spPr>
            <a:xfrm>
              <a:off x="3905821" y="3859526"/>
              <a:ext cx="491415" cy="639226"/>
            </a:xfrm>
            <a:custGeom>
              <a:avLst/>
              <a:gdLst>
                <a:gd name="connsiteX0" fmla="*/ 348751 w 491415"/>
                <a:gd name="connsiteY0" fmla="*/ 40468 h 639226"/>
                <a:gd name="connsiteX1" fmla="*/ 456097 w 491415"/>
                <a:gd name="connsiteY1" fmla="*/ 152387 h 639226"/>
                <a:gd name="connsiteX2" fmla="*/ 491149 w 491415"/>
                <a:gd name="connsiteY2" fmla="*/ 314312 h 639226"/>
                <a:gd name="connsiteX3" fmla="*/ 454764 w 491415"/>
                <a:gd name="connsiteY3" fmla="*/ 486333 h 639226"/>
                <a:gd name="connsiteX4" fmla="*/ 346083 w 491415"/>
                <a:gd name="connsiteY4" fmla="*/ 599109 h 639226"/>
                <a:gd name="connsiteX5" fmla="*/ 167299 w 491415"/>
                <a:gd name="connsiteY5" fmla="*/ 639114 h 639226"/>
                <a:gd name="connsiteX6" fmla="*/ -150 w 491415"/>
                <a:gd name="connsiteY6" fmla="*/ 639114 h 639226"/>
                <a:gd name="connsiteX7" fmla="*/ -150 w 491415"/>
                <a:gd name="connsiteY7" fmla="*/ 17227 h 639226"/>
                <a:gd name="connsiteX8" fmla="*/ 78526 w 491415"/>
                <a:gd name="connsiteY8" fmla="*/ 4940 h 639226"/>
                <a:gd name="connsiteX9" fmla="*/ 168157 w 491415"/>
                <a:gd name="connsiteY9" fmla="*/ -108 h 639226"/>
                <a:gd name="connsiteX10" fmla="*/ 348751 w 491415"/>
                <a:gd name="connsiteY10" fmla="*/ 40468 h 639226"/>
                <a:gd name="connsiteX11" fmla="*/ 310651 w 491415"/>
                <a:gd name="connsiteY11" fmla="*/ 546341 h 639226"/>
                <a:gd name="connsiteX12" fmla="*/ 396376 w 491415"/>
                <a:gd name="connsiteY12" fmla="*/ 454901 h 639226"/>
                <a:gd name="connsiteX13" fmla="*/ 424951 w 491415"/>
                <a:gd name="connsiteY13" fmla="*/ 317931 h 639226"/>
                <a:gd name="connsiteX14" fmla="*/ 359419 w 491415"/>
                <a:gd name="connsiteY14" fmla="*/ 128289 h 639226"/>
                <a:gd name="connsiteX15" fmla="*/ 164728 w 491415"/>
                <a:gd name="connsiteY15" fmla="*/ 59613 h 639226"/>
                <a:gd name="connsiteX16" fmla="*/ 63762 w 491415"/>
                <a:gd name="connsiteY16" fmla="*/ 66853 h 639226"/>
                <a:gd name="connsiteX17" fmla="*/ 63763 w 491415"/>
                <a:gd name="connsiteY17" fmla="*/ 579202 h 639226"/>
                <a:gd name="connsiteX18" fmla="*/ 166537 w 491415"/>
                <a:gd name="connsiteY18" fmla="*/ 579202 h 639226"/>
                <a:gd name="connsiteX19" fmla="*/ 310555 w 491415"/>
                <a:gd name="connsiteY19" fmla="*/ 546341 h 6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1415" h="639226">
                  <a:moveTo>
                    <a:pt x="348751" y="40468"/>
                  </a:moveTo>
                  <a:cubicBezTo>
                    <a:pt x="395196" y="65840"/>
                    <a:pt x="432683" y="104924"/>
                    <a:pt x="456097" y="152387"/>
                  </a:cubicBezTo>
                  <a:cubicBezTo>
                    <a:pt x="480163" y="202919"/>
                    <a:pt x="492163" y="258351"/>
                    <a:pt x="491149" y="314312"/>
                  </a:cubicBezTo>
                  <a:cubicBezTo>
                    <a:pt x="492620" y="373707"/>
                    <a:pt x="480159" y="432621"/>
                    <a:pt x="454764" y="486333"/>
                  </a:cubicBezTo>
                  <a:cubicBezTo>
                    <a:pt x="431055" y="534248"/>
                    <a:pt x="393089" y="573645"/>
                    <a:pt x="346083" y="599109"/>
                  </a:cubicBezTo>
                  <a:cubicBezTo>
                    <a:pt x="297824" y="625779"/>
                    <a:pt x="238229" y="639114"/>
                    <a:pt x="167299" y="639114"/>
                  </a:cubicBezTo>
                  <a:lnTo>
                    <a:pt x="-150" y="639114"/>
                  </a:lnTo>
                  <a:lnTo>
                    <a:pt x="-150" y="17227"/>
                  </a:lnTo>
                  <a:cubicBezTo>
                    <a:pt x="25834" y="11713"/>
                    <a:pt x="52098" y="7612"/>
                    <a:pt x="78526" y="4940"/>
                  </a:cubicBezTo>
                  <a:cubicBezTo>
                    <a:pt x="108290" y="1639"/>
                    <a:pt x="138211" y="-47"/>
                    <a:pt x="168157" y="-108"/>
                  </a:cubicBezTo>
                  <a:cubicBezTo>
                    <a:pt x="240356" y="-363"/>
                    <a:pt x="300554" y="13163"/>
                    <a:pt x="348751" y="40468"/>
                  </a:cubicBezTo>
                  <a:close/>
                  <a:moveTo>
                    <a:pt x="310651" y="546341"/>
                  </a:moveTo>
                  <a:cubicBezTo>
                    <a:pt x="348045" y="525524"/>
                    <a:pt x="378012" y="493559"/>
                    <a:pt x="396376" y="454901"/>
                  </a:cubicBezTo>
                  <a:cubicBezTo>
                    <a:pt x="416099" y="411980"/>
                    <a:pt x="425867" y="365158"/>
                    <a:pt x="424951" y="317931"/>
                  </a:cubicBezTo>
                  <a:cubicBezTo>
                    <a:pt x="424951" y="236715"/>
                    <a:pt x="403107" y="173501"/>
                    <a:pt x="359419" y="128289"/>
                  </a:cubicBezTo>
                  <a:cubicBezTo>
                    <a:pt x="315731" y="83077"/>
                    <a:pt x="250834" y="60185"/>
                    <a:pt x="164728" y="59613"/>
                  </a:cubicBezTo>
                  <a:cubicBezTo>
                    <a:pt x="130943" y="59627"/>
                    <a:pt x="97203" y="62046"/>
                    <a:pt x="63762" y="66853"/>
                  </a:cubicBezTo>
                  <a:lnTo>
                    <a:pt x="63763" y="579202"/>
                  </a:lnTo>
                  <a:lnTo>
                    <a:pt x="166537" y="579202"/>
                  </a:lnTo>
                  <a:cubicBezTo>
                    <a:pt x="224005" y="579202"/>
                    <a:pt x="272011" y="568248"/>
                    <a:pt x="310555" y="5463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406922E4-0A84-FD49-A041-4501D6FE5D88}"/>
                </a:ext>
              </a:extLst>
            </p:cNvPr>
            <p:cNvSpPr/>
            <p:nvPr/>
          </p:nvSpPr>
          <p:spPr>
            <a:xfrm>
              <a:off x="4489018" y="3866466"/>
              <a:ext cx="84631" cy="632286"/>
            </a:xfrm>
            <a:custGeom>
              <a:avLst/>
              <a:gdLst>
                <a:gd name="connsiteX0" fmla="*/ 12156 w 84631"/>
                <a:gd name="connsiteY0" fmla="*/ 72676 h 632286"/>
                <a:gd name="connsiteX1" fmla="*/ -131 w 84631"/>
                <a:gd name="connsiteY1" fmla="*/ 42577 h 632286"/>
                <a:gd name="connsiteX2" fmla="*/ 40806 w 84631"/>
                <a:gd name="connsiteY2" fmla="*/ -97 h 632286"/>
                <a:gd name="connsiteX3" fmla="*/ 42636 w 84631"/>
                <a:gd name="connsiteY3" fmla="*/ -95 h 632286"/>
                <a:gd name="connsiteX4" fmla="*/ 72640 w 84631"/>
                <a:gd name="connsiteY4" fmla="*/ 12097 h 632286"/>
                <a:gd name="connsiteX5" fmla="*/ 84451 w 84631"/>
                <a:gd name="connsiteY5" fmla="*/ 42577 h 632286"/>
                <a:gd name="connsiteX6" fmla="*/ 45645 w 84631"/>
                <a:gd name="connsiteY6" fmla="*/ 84483 h 632286"/>
                <a:gd name="connsiteX7" fmla="*/ 42636 w 84631"/>
                <a:gd name="connsiteY7" fmla="*/ 84487 h 632286"/>
                <a:gd name="connsiteX8" fmla="*/ 12156 w 84631"/>
                <a:gd name="connsiteY8" fmla="*/ 72676 h 632286"/>
                <a:gd name="connsiteX9" fmla="*/ 10823 w 84631"/>
                <a:gd name="connsiteY9" fmla="*/ 162687 h 632286"/>
                <a:gd name="connsiteX10" fmla="*/ 74450 w 84631"/>
                <a:gd name="connsiteY10" fmla="*/ 162687 h 632286"/>
                <a:gd name="connsiteX11" fmla="*/ 74450 w 84631"/>
                <a:gd name="connsiteY11" fmla="*/ 632174 h 632286"/>
                <a:gd name="connsiteX12" fmla="*/ 10823 w 84631"/>
                <a:gd name="connsiteY12" fmla="*/ 632174 h 63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1" h="632286">
                  <a:moveTo>
                    <a:pt x="12156" y="72676"/>
                  </a:moveTo>
                  <a:cubicBezTo>
                    <a:pt x="3985" y="64834"/>
                    <a:pt x="-481" y="53897"/>
                    <a:pt x="-131" y="42577"/>
                  </a:cubicBezTo>
                  <a:cubicBezTo>
                    <a:pt x="-611" y="19488"/>
                    <a:pt x="17718" y="382"/>
                    <a:pt x="40806" y="-97"/>
                  </a:cubicBezTo>
                  <a:cubicBezTo>
                    <a:pt x="41416" y="-110"/>
                    <a:pt x="42026" y="-109"/>
                    <a:pt x="42636" y="-95"/>
                  </a:cubicBezTo>
                  <a:cubicBezTo>
                    <a:pt x="53905" y="-419"/>
                    <a:pt x="64791" y="4005"/>
                    <a:pt x="72640" y="12097"/>
                  </a:cubicBezTo>
                  <a:cubicBezTo>
                    <a:pt x="80512" y="20257"/>
                    <a:pt x="84769" y="31242"/>
                    <a:pt x="84451" y="42577"/>
                  </a:cubicBezTo>
                  <a:cubicBezTo>
                    <a:pt x="85307" y="64865"/>
                    <a:pt x="67933" y="83627"/>
                    <a:pt x="45645" y="84483"/>
                  </a:cubicBezTo>
                  <a:cubicBezTo>
                    <a:pt x="44642" y="84522"/>
                    <a:pt x="43639" y="84523"/>
                    <a:pt x="42636" y="84487"/>
                  </a:cubicBezTo>
                  <a:cubicBezTo>
                    <a:pt x="31298" y="84826"/>
                    <a:pt x="20305" y="80567"/>
                    <a:pt x="12156" y="72676"/>
                  </a:cubicBezTo>
                  <a:close/>
                  <a:moveTo>
                    <a:pt x="10823" y="162687"/>
                  </a:moveTo>
                  <a:lnTo>
                    <a:pt x="74450" y="162687"/>
                  </a:lnTo>
                  <a:lnTo>
                    <a:pt x="74450" y="632174"/>
                  </a:lnTo>
                  <a:lnTo>
                    <a:pt x="10823" y="63217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00178CFF-FE5D-E34A-9057-A37CC17D0E1F}"/>
                </a:ext>
              </a:extLst>
            </p:cNvPr>
            <p:cNvSpPr/>
            <p:nvPr/>
          </p:nvSpPr>
          <p:spPr>
            <a:xfrm>
              <a:off x="4655877" y="4018120"/>
              <a:ext cx="393611" cy="668398"/>
            </a:xfrm>
            <a:custGeom>
              <a:avLst/>
              <a:gdLst>
                <a:gd name="connsiteX0" fmla="*/ 321166 w 393611"/>
                <a:gd name="connsiteY0" fmla="*/ 6080 h 668398"/>
                <a:gd name="connsiteX1" fmla="*/ 393461 w 393611"/>
                <a:gd name="connsiteY1" fmla="*/ 25130 h 668398"/>
                <a:gd name="connsiteX2" fmla="*/ 393461 w 393611"/>
                <a:gd name="connsiteY2" fmla="*/ 463280 h 668398"/>
                <a:gd name="connsiteX3" fmla="*/ 339835 w 393611"/>
                <a:gd name="connsiteY3" fmla="*/ 614728 h 668398"/>
                <a:gd name="connsiteX4" fmla="*/ 175148 w 393611"/>
                <a:gd name="connsiteY4" fmla="*/ 668258 h 668398"/>
                <a:gd name="connsiteX5" fmla="*/ 38655 w 393611"/>
                <a:gd name="connsiteY5" fmla="*/ 641874 h 668398"/>
                <a:gd name="connsiteX6" fmla="*/ 40465 w 393611"/>
                <a:gd name="connsiteY6" fmla="*/ 614156 h 668398"/>
                <a:gd name="connsiteX7" fmla="*/ 45037 w 393611"/>
                <a:gd name="connsiteY7" fmla="*/ 585581 h 668398"/>
                <a:gd name="connsiteX8" fmla="*/ 109140 w 393611"/>
                <a:gd name="connsiteY8" fmla="*/ 606917 h 668398"/>
                <a:gd name="connsiteX9" fmla="*/ 175148 w 393611"/>
                <a:gd name="connsiteY9" fmla="*/ 613775 h 668398"/>
                <a:gd name="connsiteX10" fmla="*/ 290686 w 393611"/>
                <a:gd name="connsiteY10" fmla="*/ 580057 h 668398"/>
                <a:gd name="connsiteX11" fmla="*/ 329739 w 393611"/>
                <a:gd name="connsiteY11" fmla="*/ 471853 h 668398"/>
                <a:gd name="connsiteX12" fmla="*/ 329739 w 393611"/>
                <a:gd name="connsiteY12" fmla="*/ 447278 h 668398"/>
                <a:gd name="connsiteX13" fmla="*/ 275637 w 393611"/>
                <a:gd name="connsiteY13" fmla="*/ 480044 h 668398"/>
                <a:gd name="connsiteX14" fmla="*/ 208962 w 393611"/>
                <a:gd name="connsiteY14" fmla="*/ 491855 h 668398"/>
                <a:gd name="connsiteX15" fmla="*/ 97519 w 393611"/>
                <a:gd name="connsiteY15" fmla="*/ 463280 h 668398"/>
                <a:gd name="connsiteX16" fmla="*/ 25129 w 393611"/>
                <a:gd name="connsiteY16" fmla="*/ 380508 h 668398"/>
                <a:gd name="connsiteX17" fmla="*/ -17 w 393611"/>
                <a:gd name="connsiteY17" fmla="*/ 249158 h 668398"/>
                <a:gd name="connsiteX18" fmla="*/ 60467 w 393611"/>
                <a:gd name="connsiteY18" fmla="*/ 63516 h 668398"/>
                <a:gd name="connsiteX19" fmla="*/ 242014 w 393611"/>
                <a:gd name="connsiteY19" fmla="*/ -111 h 668398"/>
                <a:gd name="connsiteX20" fmla="*/ 321166 w 393611"/>
                <a:gd name="connsiteY20" fmla="*/ 6080 h 668398"/>
                <a:gd name="connsiteX21" fmla="*/ 329739 w 393611"/>
                <a:gd name="connsiteY21" fmla="*/ 392319 h 668398"/>
                <a:gd name="connsiteX22" fmla="*/ 329739 w 393611"/>
                <a:gd name="connsiteY22" fmla="*/ 67516 h 668398"/>
                <a:gd name="connsiteX23" fmla="*/ 241537 w 393611"/>
                <a:gd name="connsiteY23" fmla="*/ 56563 h 668398"/>
                <a:gd name="connsiteX24" fmla="*/ 108187 w 393611"/>
                <a:gd name="connsiteY24" fmla="*/ 106188 h 668398"/>
                <a:gd name="connsiteX25" fmla="*/ 64467 w 393611"/>
                <a:gd name="connsiteY25" fmla="*/ 249063 h 668398"/>
                <a:gd name="connsiteX26" fmla="*/ 102567 w 393611"/>
                <a:gd name="connsiteY26" fmla="*/ 388318 h 668398"/>
                <a:gd name="connsiteX27" fmla="*/ 214486 w 393611"/>
                <a:gd name="connsiteY27" fmla="*/ 438325 h 668398"/>
                <a:gd name="connsiteX28" fmla="*/ 329739 w 393611"/>
                <a:gd name="connsiteY28" fmla="*/ 392033 h 66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93611" h="668398">
                  <a:moveTo>
                    <a:pt x="321166" y="6080"/>
                  </a:moveTo>
                  <a:cubicBezTo>
                    <a:pt x="345861" y="9901"/>
                    <a:pt x="370090" y="16285"/>
                    <a:pt x="393461" y="25130"/>
                  </a:cubicBezTo>
                  <a:lnTo>
                    <a:pt x="393461" y="463280"/>
                  </a:lnTo>
                  <a:cubicBezTo>
                    <a:pt x="393461" y="528812"/>
                    <a:pt x="375586" y="579295"/>
                    <a:pt x="339835" y="614728"/>
                  </a:cubicBezTo>
                  <a:cubicBezTo>
                    <a:pt x="304085" y="650161"/>
                    <a:pt x="249189" y="668004"/>
                    <a:pt x="175148" y="668258"/>
                  </a:cubicBezTo>
                  <a:cubicBezTo>
                    <a:pt x="128328" y="668854"/>
                    <a:pt x="81880" y="659876"/>
                    <a:pt x="38655" y="641874"/>
                  </a:cubicBezTo>
                  <a:cubicBezTo>
                    <a:pt x="38690" y="632606"/>
                    <a:pt x="39294" y="623350"/>
                    <a:pt x="40465" y="614156"/>
                  </a:cubicBezTo>
                  <a:cubicBezTo>
                    <a:pt x="41703" y="604155"/>
                    <a:pt x="43132" y="594535"/>
                    <a:pt x="45037" y="585581"/>
                  </a:cubicBezTo>
                  <a:cubicBezTo>
                    <a:pt x="65317" y="595619"/>
                    <a:pt x="86890" y="602799"/>
                    <a:pt x="109140" y="606917"/>
                  </a:cubicBezTo>
                  <a:cubicBezTo>
                    <a:pt x="130870" y="611325"/>
                    <a:pt x="152976" y="613622"/>
                    <a:pt x="175148" y="613775"/>
                  </a:cubicBezTo>
                  <a:cubicBezTo>
                    <a:pt x="225948" y="613775"/>
                    <a:pt x="264461" y="602536"/>
                    <a:pt x="290686" y="580057"/>
                  </a:cubicBezTo>
                  <a:cubicBezTo>
                    <a:pt x="316912" y="557578"/>
                    <a:pt x="329929" y="521510"/>
                    <a:pt x="329739" y="471853"/>
                  </a:cubicBezTo>
                  <a:lnTo>
                    <a:pt x="329739" y="447278"/>
                  </a:lnTo>
                  <a:cubicBezTo>
                    <a:pt x="313791" y="461322"/>
                    <a:pt x="295471" y="472417"/>
                    <a:pt x="275637" y="480044"/>
                  </a:cubicBezTo>
                  <a:cubicBezTo>
                    <a:pt x="254330" y="488057"/>
                    <a:pt x="231725" y="492061"/>
                    <a:pt x="208962" y="491855"/>
                  </a:cubicBezTo>
                  <a:cubicBezTo>
                    <a:pt x="169893" y="492763"/>
                    <a:pt x="131331" y="482875"/>
                    <a:pt x="97519" y="463280"/>
                  </a:cubicBezTo>
                  <a:cubicBezTo>
                    <a:pt x="65557" y="443665"/>
                    <a:pt x="40311" y="414799"/>
                    <a:pt x="25129" y="380508"/>
                  </a:cubicBezTo>
                  <a:cubicBezTo>
                    <a:pt x="7241" y="339091"/>
                    <a:pt x="-1343" y="294254"/>
                    <a:pt x="-17" y="249158"/>
                  </a:cubicBezTo>
                  <a:cubicBezTo>
                    <a:pt x="-17" y="167942"/>
                    <a:pt x="20145" y="106061"/>
                    <a:pt x="60467" y="63516"/>
                  </a:cubicBezTo>
                  <a:cubicBezTo>
                    <a:pt x="100790" y="20971"/>
                    <a:pt x="161305" y="-238"/>
                    <a:pt x="242014" y="-111"/>
                  </a:cubicBezTo>
                  <a:cubicBezTo>
                    <a:pt x="268521" y="-161"/>
                    <a:pt x="294989" y="1909"/>
                    <a:pt x="321166" y="6080"/>
                  </a:cubicBezTo>
                  <a:close/>
                  <a:moveTo>
                    <a:pt x="329739" y="392319"/>
                  </a:moveTo>
                  <a:lnTo>
                    <a:pt x="329739" y="67516"/>
                  </a:lnTo>
                  <a:cubicBezTo>
                    <a:pt x="300947" y="60005"/>
                    <a:pt x="271291" y="56322"/>
                    <a:pt x="241537" y="56563"/>
                  </a:cubicBezTo>
                  <a:cubicBezTo>
                    <a:pt x="181403" y="56563"/>
                    <a:pt x="136953" y="73105"/>
                    <a:pt x="108187" y="106188"/>
                  </a:cubicBezTo>
                  <a:cubicBezTo>
                    <a:pt x="79422" y="139271"/>
                    <a:pt x="64848" y="186897"/>
                    <a:pt x="64467" y="249063"/>
                  </a:cubicBezTo>
                  <a:cubicBezTo>
                    <a:pt x="64467" y="308499"/>
                    <a:pt x="77168" y="354918"/>
                    <a:pt x="102567" y="388318"/>
                  </a:cubicBezTo>
                  <a:cubicBezTo>
                    <a:pt x="127968" y="421720"/>
                    <a:pt x="165274" y="438388"/>
                    <a:pt x="214486" y="438325"/>
                  </a:cubicBezTo>
                  <a:cubicBezTo>
                    <a:pt x="257549" y="438933"/>
                    <a:pt x="299061" y="422260"/>
                    <a:pt x="329739" y="39203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219E361A-DFF2-1A45-9DCB-337CFBCD5D00}"/>
                </a:ext>
              </a:extLst>
            </p:cNvPr>
            <p:cNvSpPr/>
            <p:nvPr/>
          </p:nvSpPr>
          <p:spPr>
            <a:xfrm>
              <a:off x="5162341" y="3866464"/>
              <a:ext cx="84630" cy="632287"/>
            </a:xfrm>
            <a:custGeom>
              <a:avLst/>
              <a:gdLst>
                <a:gd name="connsiteX0" fmla="*/ 12060 w 84630"/>
                <a:gd name="connsiteY0" fmla="*/ 72677 h 632287"/>
                <a:gd name="connsiteX1" fmla="*/ -132 w 84630"/>
                <a:gd name="connsiteY1" fmla="*/ 42578 h 632287"/>
                <a:gd name="connsiteX2" fmla="*/ 40417 w 84630"/>
                <a:gd name="connsiteY2" fmla="*/ -94 h 632287"/>
                <a:gd name="connsiteX3" fmla="*/ 42540 w 84630"/>
                <a:gd name="connsiteY3" fmla="*/ -94 h 632287"/>
                <a:gd name="connsiteX4" fmla="*/ 72639 w 84630"/>
                <a:gd name="connsiteY4" fmla="*/ 12098 h 632287"/>
                <a:gd name="connsiteX5" fmla="*/ 84450 w 84630"/>
                <a:gd name="connsiteY5" fmla="*/ 42578 h 632287"/>
                <a:gd name="connsiteX6" fmla="*/ 45648 w 84630"/>
                <a:gd name="connsiteY6" fmla="*/ 84488 h 632287"/>
                <a:gd name="connsiteX7" fmla="*/ 42540 w 84630"/>
                <a:gd name="connsiteY7" fmla="*/ 84488 h 632287"/>
                <a:gd name="connsiteX8" fmla="*/ 12060 w 84630"/>
                <a:gd name="connsiteY8" fmla="*/ 72677 h 632287"/>
                <a:gd name="connsiteX9" fmla="*/ 10726 w 84630"/>
                <a:gd name="connsiteY9" fmla="*/ 162689 h 632287"/>
                <a:gd name="connsiteX10" fmla="*/ 74544 w 84630"/>
                <a:gd name="connsiteY10" fmla="*/ 162689 h 632287"/>
                <a:gd name="connsiteX11" fmla="*/ 74544 w 84630"/>
                <a:gd name="connsiteY11" fmla="*/ 632176 h 632287"/>
                <a:gd name="connsiteX12" fmla="*/ 10726 w 84630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630" h="632287">
                  <a:moveTo>
                    <a:pt x="12060" y="72677"/>
                  </a:moveTo>
                  <a:cubicBezTo>
                    <a:pt x="3953" y="64799"/>
                    <a:pt x="-470" y="53877"/>
                    <a:pt x="-132" y="42578"/>
                  </a:cubicBezTo>
                  <a:cubicBezTo>
                    <a:pt x="-718" y="19597"/>
                    <a:pt x="17436" y="492"/>
                    <a:pt x="40417" y="-94"/>
                  </a:cubicBezTo>
                  <a:cubicBezTo>
                    <a:pt x="41125" y="-112"/>
                    <a:pt x="41832" y="-112"/>
                    <a:pt x="42540" y="-94"/>
                  </a:cubicBezTo>
                  <a:cubicBezTo>
                    <a:pt x="53839" y="-432"/>
                    <a:pt x="64760" y="3992"/>
                    <a:pt x="72639" y="12098"/>
                  </a:cubicBezTo>
                  <a:cubicBezTo>
                    <a:pt x="80475" y="20282"/>
                    <a:pt x="84726" y="31251"/>
                    <a:pt x="84450" y="42578"/>
                  </a:cubicBezTo>
                  <a:cubicBezTo>
                    <a:pt x="85308" y="64866"/>
                    <a:pt x="67936" y="83630"/>
                    <a:pt x="45648" y="84488"/>
                  </a:cubicBezTo>
                  <a:cubicBezTo>
                    <a:pt x="44612" y="84528"/>
                    <a:pt x="43575" y="84528"/>
                    <a:pt x="42540" y="84488"/>
                  </a:cubicBezTo>
                  <a:cubicBezTo>
                    <a:pt x="31206" y="84806"/>
                    <a:pt x="20220" y="80549"/>
                    <a:pt x="12060" y="72677"/>
                  </a:cubicBezTo>
                  <a:close/>
                  <a:moveTo>
                    <a:pt x="10726" y="162689"/>
                  </a:moveTo>
                  <a:lnTo>
                    <a:pt x="74544" y="162689"/>
                  </a:lnTo>
                  <a:lnTo>
                    <a:pt x="74544" y="632176"/>
                  </a:lnTo>
                  <a:lnTo>
                    <a:pt x="10726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191FD270-D560-E244-8786-82BA7EAC7D2D}"/>
                </a:ext>
              </a:extLst>
            </p:cNvPr>
            <p:cNvSpPr/>
            <p:nvPr/>
          </p:nvSpPr>
          <p:spPr>
            <a:xfrm>
              <a:off x="5355239" y="3863720"/>
              <a:ext cx="231077" cy="645985"/>
            </a:xfrm>
            <a:custGeom>
              <a:avLst/>
              <a:gdLst>
                <a:gd name="connsiteX0" fmla="*/ 191779 w 231077"/>
                <a:gd name="connsiteY0" fmla="*/ 587676 h 645985"/>
                <a:gd name="connsiteX1" fmla="*/ 230927 w 231077"/>
                <a:gd name="connsiteY1" fmla="*/ 576722 h 645985"/>
                <a:gd name="connsiteX2" fmla="*/ 222736 w 231077"/>
                <a:gd name="connsiteY2" fmla="*/ 631300 h 645985"/>
                <a:gd name="connsiteX3" fmla="*/ 140821 w 231077"/>
                <a:gd name="connsiteY3" fmla="*/ 645874 h 645985"/>
                <a:gd name="connsiteX4" fmla="*/ 36617 w 231077"/>
                <a:gd name="connsiteY4" fmla="*/ 610345 h 645985"/>
                <a:gd name="connsiteX5" fmla="*/ -149 w 231077"/>
                <a:gd name="connsiteY5" fmla="*/ 500332 h 645985"/>
                <a:gd name="connsiteX6" fmla="*/ -149 w 231077"/>
                <a:gd name="connsiteY6" fmla="*/ 9889 h 645985"/>
                <a:gd name="connsiteX7" fmla="*/ 31188 w 231077"/>
                <a:gd name="connsiteY7" fmla="*/ 2650 h 645985"/>
                <a:gd name="connsiteX8" fmla="*/ 63478 w 231077"/>
                <a:gd name="connsiteY8" fmla="*/ -112 h 645985"/>
                <a:gd name="connsiteX9" fmla="*/ 63478 w 231077"/>
                <a:gd name="connsiteY9" fmla="*/ 165433 h 645985"/>
                <a:gd name="connsiteX10" fmla="*/ 228165 w 231077"/>
                <a:gd name="connsiteY10" fmla="*/ 165433 h 645985"/>
                <a:gd name="connsiteX11" fmla="*/ 221783 w 231077"/>
                <a:gd name="connsiteY11" fmla="*/ 222583 h 645985"/>
                <a:gd name="connsiteX12" fmla="*/ 63478 w 231077"/>
                <a:gd name="connsiteY12" fmla="*/ 222583 h 645985"/>
                <a:gd name="connsiteX13" fmla="*/ 63478 w 231077"/>
                <a:gd name="connsiteY13" fmla="*/ 492807 h 645985"/>
                <a:gd name="connsiteX14" fmla="*/ 85766 w 231077"/>
                <a:gd name="connsiteY14" fmla="*/ 567388 h 645985"/>
                <a:gd name="connsiteX15" fmla="*/ 151774 w 231077"/>
                <a:gd name="connsiteY15" fmla="*/ 591105 h 645985"/>
                <a:gd name="connsiteX16" fmla="*/ 191779 w 231077"/>
                <a:gd name="connsiteY16" fmla="*/ 587676 h 64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1077" h="645985">
                  <a:moveTo>
                    <a:pt x="191779" y="587676"/>
                  </a:moveTo>
                  <a:cubicBezTo>
                    <a:pt x="205169" y="585374"/>
                    <a:pt x="218287" y="581703"/>
                    <a:pt x="230927" y="576722"/>
                  </a:cubicBezTo>
                  <a:cubicBezTo>
                    <a:pt x="228451" y="597296"/>
                    <a:pt x="225784" y="615584"/>
                    <a:pt x="222736" y="631300"/>
                  </a:cubicBezTo>
                  <a:cubicBezTo>
                    <a:pt x="196498" y="640928"/>
                    <a:pt x="168769" y="645861"/>
                    <a:pt x="140821" y="645874"/>
                  </a:cubicBezTo>
                  <a:cubicBezTo>
                    <a:pt x="95990" y="645874"/>
                    <a:pt x="61255" y="634031"/>
                    <a:pt x="36617" y="610345"/>
                  </a:cubicBezTo>
                  <a:cubicBezTo>
                    <a:pt x="11979" y="586660"/>
                    <a:pt x="-276" y="549988"/>
                    <a:pt x="-149" y="500332"/>
                  </a:cubicBezTo>
                  <a:lnTo>
                    <a:pt x="-149" y="9889"/>
                  </a:lnTo>
                  <a:cubicBezTo>
                    <a:pt x="10071" y="6587"/>
                    <a:pt x="20555" y="4165"/>
                    <a:pt x="31188" y="2650"/>
                  </a:cubicBezTo>
                  <a:cubicBezTo>
                    <a:pt x="41861" y="872"/>
                    <a:pt x="52658" y="-52"/>
                    <a:pt x="63478" y="-112"/>
                  </a:cubicBezTo>
                  <a:lnTo>
                    <a:pt x="63478" y="165433"/>
                  </a:lnTo>
                  <a:lnTo>
                    <a:pt x="228165" y="165433"/>
                  </a:lnTo>
                  <a:cubicBezTo>
                    <a:pt x="227306" y="184603"/>
                    <a:pt x="225175" y="203695"/>
                    <a:pt x="221783" y="222583"/>
                  </a:cubicBezTo>
                  <a:lnTo>
                    <a:pt x="63478" y="222583"/>
                  </a:lnTo>
                  <a:lnTo>
                    <a:pt x="63478" y="492807"/>
                  </a:lnTo>
                  <a:cubicBezTo>
                    <a:pt x="63478" y="526843"/>
                    <a:pt x="70907" y="551703"/>
                    <a:pt x="85766" y="567388"/>
                  </a:cubicBezTo>
                  <a:cubicBezTo>
                    <a:pt x="100625" y="583072"/>
                    <a:pt x="122628" y="590978"/>
                    <a:pt x="151774" y="591105"/>
                  </a:cubicBezTo>
                  <a:cubicBezTo>
                    <a:pt x="165182" y="591094"/>
                    <a:pt x="178565" y="589947"/>
                    <a:pt x="191779" y="58767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E557A2E4-F251-2F45-B3C5-066A5B6D3F1B}"/>
                </a:ext>
              </a:extLst>
            </p:cNvPr>
            <p:cNvSpPr/>
            <p:nvPr/>
          </p:nvSpPr>
          <p:spPr>
            <a:xfrm>
              <a:off x="5617173" y="4018118"/>
              <a:ext cx="394054" cy="491170"/>
            </a:xfrm>
            <a:custGeom>
              <a:avLst/>
              <a:gdLst>
                <a:gd name="connsiteX0" fmla="*/ 321514 w 394054"/>
                <a:gd name="connsiteY0" fmla="*/ 6082 h 491170"/>
                <a:gd name="connsiteX1" fmla="*/ 393903 w 394054"/>
                <a:gd name="connsiteY1" fmla="*/ 25132 h 491170"/>
                <a:gd name="connsiteX2" fmla="*/ 393904 w 394054"/>
                <a:gd name="connsiteY2" fmla="*/ 480046 h 491170"/>
                <a:gd name="connsiteX3" fmla="*/ 334754 w 394054"/>
                <a:gd name="connsiteY3" fmla="*/ 480046 h 491170"/>
                <a:gd name="connsiteX4" fmla="*/ 332944 w 394054"/>
                <a:gd name="connsiteY4" fmla="*/ 444613 h 491170"/>
                <a:gd name="connsiteX5" fmla="*/ 209119 w 394054"/>
                <a:gd name="connsiteY5" fmla="*/ 490999 h 491170"/>
                <a:gd name="connsiteX6" fmla="*/ 97581 w 394054"/>
                <a:gd name="connsiteY6" fmla="*/ 462424 h 491170"/>
                <a:gd name="connsiteX7" fmla="*/ 25286 w 394054"/>
                <a:gd name="connsiteY7" fmla="*/ 379652 h 491170"/>
                <a:gd name="connsiteX8" fmla="*/ -50 w 394054"/>
                <a:gd name="connsiteY8" fmla="*/ 249159 h 491170"/>
                <a:gd name="connsiteX9" fmla="*/ 60434 w 394054"/>
                <a:gd name="connsiteY9" fmla="*/ 63517 h 491170"/>
                <a:gd name="connsiteX10" fmla="*/ 241885 w 394054"/>
                <a:gd name="connsiteY10" fmla="*/ -110 h 491170"/>
                <a:gd name="connsiteX11" fmla="*/ 321514 w 394054"/>
                <a:gd name="connsiteY11" fmla="*/ 6081 h 491170"/>
                <a:gd name="connsiteX12" fmla="*/ 102439 w 394054"/>
                <a:gd name="connsiteY12" fmla="*/ 388701 h 491170"/>
                <a:gd name="connsiteX13" fmla="*/ 214357 w 394054"/>
                <a:gd name="connsiteY13" fmla="*/ 438707 h 491170"/>
                <a:gd name="connsiteX14" fmla="*/ 330181 w 394054"/>
                <a:gd name="connsiteY14" fmla="*/ 392035 h 491170"/>
                <a:gd name="connsiteX15" fmla="*/ 330182 w 394054"/>
                <a:gd name="connsiteY15" fmla="*/ 67232 h 491170"/>
                <a:gd name="connsiteX16" fmla="*/ 241885 w 394054"/>
                <a:gd name="connsiteY16" fmla="*/ 56278 h 491170"/>
                <a:gd name="connsiteX17" fmla="*/ 108535 w 394054"/>
                <a:gd name="connsiteY17" fmla="*/ 105904 h 491170"/>
                <a:gd name="connsiteX18" fmla="*/ 64910 w 394054"/>
                <a:gd name="connsiteY18" fmla="*/ 248779 h 491170"/>
                <a:gd name="connsiteX19" fmla="*/ 102725 w 394054"/>
                <a:gd name="connsiteY19" fmla="*/ 388701 h 491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054" h="491170">
                  <a:moveTo>
                    <a:pt x="321514" y="6082"/>
                  </a:moveTo>
                  <a:cubicBezTo>
                    <a:pt x="346237" y="9913"/>
                    <a:pt x="370497" y="16297"/>
                    <a:pt x="393903" y="25132"/>
                  </a:cubicBezTo>
                  <a:lnTo>
                    <a:pt x="393904" y="480046"/>
                  </a:lnTo>
                  <a:lnTo>
                    <a:pt x="334754" y="480046"/>
                  </a:lnTo>
                  <a:lnTo>
                    <a:pt x="332944" y="444613"/>
                  </a:lnTo>
                  <a:cubicBezTo>
                    <a:pt x="298846" y="474890"/>
                    <a:pt x="254717" y="491421"/>
                    <a:pt x="209119" y="490999"/>
                  </a:cubicBezTo>
                  <a:cubicBezTo>
                    <a:pt x="170018" y="491920"/>
                    <a:pt x="131422" y="482032"/>
                    <a:pt x="97581" y="462424"/>
                  </a:cubicBezTo>
                  <a:cubicBezTo>
                    <a:pt x="65622" y="442832"/>
                    <a:pt x="40401" y="413956"/>
                    <a:pt x="25286" y="379652"/>
                  </a:cubicBezTo>
                  <a:cubicBezTo>
                    <a:pt x="7456" y="338513"/>
                    <a:pt x="-1191" y="293982"/>
                    <a:pt x="-50" y="249159"/>
                  </a:cubicBezTo>
                  <a:cubicBezTo>
                    <a:pt x="-50" y="167943"/>
                    <a:pt x="20111" y="106062"/>
                    <a:pt x="60434" y="63517"/>
                  </a:cubicBezTo>
                  <a:cubicBezTo>
                    <a:pt x="100756" y="20972"/>
                    <a:pt x="161240" y="-237"/>
                    <a:pt x="241885" y="-110"/>
                  </a:cubicBezTo>
                  <a:cubicBezTo>
                    <a:pt x="268551" y="-189"/>
                    <a:pt x="295180" y="1881"/>
                    <a:pt x="321514" y="6081"/>
                  </a:cubicBezTo>
                  <a:close/>
                  <a:moveTo>
                    <a:pt x="102439" y="388701"/>
                  </a:moveTo>
                  <a:cubicBezTo>
                    <a:pt x="127839" y="422038"/>
                    <a:pt x="165145" y="438707"/>
                    <a:pt x="214357" y="438707"/>
                  </a:cubicBezTo>
                  <a:cubicBezTo>
                    <a:pt x="257669" y="439347"/>
                    <a:pt x="299414" y="422525"/>
                    <a:pt x="330181" y="392035"/>
                  </a:cubicBezTo>
                  <a:lnTo>
                    <a:pt x="330182" y="67232"/>
                  </a:lnTo>
                  <a:cubicBezTo>
                    <a:pt x="301358" y="59721"/>
                    <a:pt x="271670" y="56038"/>
                    <a:pt x="241885" y="56278"/>
                  </a:cubicBezTo>
                  <a:cubicBezTo>
                    <a:pt x="181877" y="56278"/>
                    <a:pt x="137427" y="72820"/>
                    <a:pt x="108535" y="105904"/>
                  </a:cubicBezTo>
                  <a:cubicBezTo>
                    <a:pt x="79642" y="138987"/>
                    <a:pt x="65101" y="186612"/>
                    <a:pt x="64910" y="248779"/>
                  </a:cubicBezTo>
                  <a:cubicBezTo>
                    <a:pt x="64656" y="308659"/>
                    <a:pt x="77261" y="355300"/>
                    <a:pt x="102725" y="3887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60134BD-736E-2040-868B-DC70756AC31A}"/>
                </a:ext>
              </a:extLst>
            </p:cNvPr>
            <p:cNvSpPr/>
            <p:nvPr/>
          </p:nvSpPr>
          <p:spPr>
            <a:xfrm>
              <a:off x="6134957" y="3863721"/>
              <a:ext cx="63626" cy="635031"/>
            </a:xfrm>
            <a:custGeom>
              <a:avLst/>
              <a:gdLst>
                <a:gd name="connsiteX0" fmla="*/ -150 w 63626"/>
                <a:gd name="connsiteY0" fmla="*/ 9889 h 635031"/>
                <a:gd name="connsiteX1" fmla="*/ 32139 w 63626"/>
                <a:gd name="connsiteY1" fmla="*/ 3031 h 635031"/>
                <a:gd name="connsiteX2" fmla="*/ 63476 w 63626"/>
                <a:gd name="connsiteY2" fmla="*/ -112 h 635031"/>
                <a:gd name="connsiteX3" fmla="*/ 63477 w 63626"/>
                <a:gd name="connsiteY3" fmla="*/ 634920 h 635031"/>
                <a:gd name="connsiteX4" fmla="*/ -150 w 63626"/>
                <a:gd name="connsiteY4" fmla="*/ 634920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626" h="635031">
                  <a:moveTo>
                    <a:pt x="-150" y="9889"/>
                  </a:moveTo>
                  <a:cubicBezTo>
                    <a:pt x="9565" y="7540"/>
                    <a:pt x="20328" y="5253"/>
                    <a:pt x="32139" y="3031"/>
                  </a:cubicBezTo>
                  <a:cubicBezTo>
                    <a:pt x="42475" y="1081"/>
                    <a:pt x="52959" y="29"/>
                    <a:pt x="63476" y="-112"/>
                  </a:cubicBezTo>
                  <a:lnTo>
                    <a:pt x="63477" y="634920"/>
                  </a:lnTo>
                  <a:lnTo>
                    <a:pt x="-150" y="6349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11E403C-0A71-1540-BB40-E2D1517E5C80}"/>
                </a:ext>
              </a:extLst>
            </p:cNvPr>
            <p:cNvSpPr/>
            <p:nvPr/>
          </p:nvSpPr>
          <p:spPr>
            <a:xfrm>
              <a:off x="6447948" y="3856113"/>
              <a:ext cx="406483" cy="655314"/>
            </a:xfrm>
            <a:custGeom>
              <a:avLst/>
              <a:gdLst>
                <a:gd name="connsiteX0" fmla="*/ -150 w 406483"/>
                <a:gd name="connsiteY0" fmla="*/ 614334 h 655314"/>
                <a:gd name="connsiteX1" fmla="*/ 2993 w 406483"/>
                <a:gd name="connsiteY1" fmla="*/ 581092 h 655314"/>
                <a:gd name="connsiteX2" fmla="*/ 10708 w 406483"/>
                <a:gd name="connsiteY2" fmla="*/ 552517 h 655314"/>
                <a:gd name="connsiteX3" fmla="*/ 96433 w 406483"/>
                <a:gd name="connsiteY3" fmla="*/ 584806 h 655314"/>
                <a:gd name="connsiteX4" fmla="*/ 186921 w 406483"/>
                <a:gd name="connsiteY4" fmla="*/ 595284 h 655314"/>
                <a:gd name="connsiteX5" fmla="*/ 299792 w 406483"/>
                <a:gd name="connsiteY5" fmla="*/ 567947 h 655314"/>
                <a:gd name="connsiteX6" fmla="*/ 339797 w 406483"/>
                <a:gd name="connsiteY6" fmla="*/ 490604 h 655314"/>
                <a:gd name="connsiteX7" fmla="*/ 326653 w 406483"/>
                <a:gd name="connsiteY7" fmla="*/ 436978 h 655314"/>
                <a:gd name="connsiteX8" fmla="*/ 284362 w 406483"/>
                <a:gd name="connsiteY8" fmla="*/ 396878 h 655314"/>
                <a:gd name="connsiteX9" fmla="*/ 203399 w 406483"/>
                <a:gd name="connsiteY9" fmla="*/ 357730 h 655314"/>
                <a:gd name="connsiteX10" fmla="*/ 159774 w 406483"/>
                <a:gd name="connsiteY10" fmla="*/ 340490 h 655314"/>
                <a:gd name="connsiteX11" fmla="*/ 77860 w 406483"/>
                <a:gd name="connsiteY11" fmla="*/ 297723 h 655314"/>
                <a:gd name="connsiteX12" fmla="*/ 27187 w 406483"/>
                <a:gd name="connsiteY12" fmla="*/ 239716 h 655314"/>
                <a:gd name="connsiteX13" fmla="*/ 9470 w 406483"/>
                <a:gd name="connsiteY13" fmla="*/ 158372 h 655314"/>
                <a:gd name="connsiteX14" fmla="*/ 104720 w 406483"/>
                <a:gd name="connsiteY14" fmla="*/ 18164 h 655314"/>
                <a:gd name="connsiteX15" fmla="*/ 215687 w 406483"/>
                <a:gd name="connsiteY15" fmla="*/ -29 h 655314"/>
                <a:gd name="connsiteX16" fmla="*/ 379421 w 406483"/>
                <a:gd name="connsiteY16" fmla="*/ 29118 h 655314"/>
                <a:gd name="connsiteX17" fmla="*/ 368563 w 406483"/>
                <a:gd name="connsiteY17" fmla="*/ 89220 h 655314"/>
                <a:gd name="connsiteX18" fmla="*/ 292363 w 406483"/>
                <a:gd name="connsiteY18" fmla="*/ 67313 h 655314"/>
                <a:gd name="connsiteX19" fmla="*/ 216163 w 406483"/>
                <a:gd name="connsiteY19" fmla="*/ 60074 h 655314"/>
                <a:gd name="connsiteX20" fmla="*/ 112912 w 406483"/>
                <a:gd name="connsiteY20" fmla="*/ 84649 h 655314"/>
                <a:gd name="connsiteX21" fmla="*/ 76050 w 406483"/>
                <a:gd name="connsiteY21" fmla="*/ 158372 h 655314"/>
                <a:gd name="connsiteX22" fmla="*/ 89671 w 406483"/>
                <a:gd name="connsiteY22" fmla="*/ 211998 h 655314"/>
                <a:gd name="connsiteX23" fmla="*/ 129294 w 406483"/>
                <a:gd name="connsiteY23" fmla="*/ 251622 h 655314"/>
                <a:gd name="connsiteX24" fmla="*/ 197017 w 406483"/>
                <a:gd name="connsiteY24" fmla="*/ 284769 h 655314"/>
                <a:gd name="connsiteX25" fmla="*/ 240737 w 406483"/>
                <a:gd name="connsiteY25" fmla="*/ 302104 h 655314"/>
                <a:gd name="connsiteX26" fmla="*/ 337606 w 406483"/>
                <a:gd name="connsiteY26" fmla="*/ 351634 h 655314"/>
                <a:gd name="connsiteX27" fmla="*/ 389898 w 406483"/>
                <a:gd name="connsiteY27" fmla="*/ 410308 h 655314"/>
                <a:gd name="connsiteX28" fmla="*/ 406281 w 406483"/>
                <a:gd name="connsiteY28" fmla="*/ 487651 h 655314"/>
                <a:gd name="connsiteX29" fmla="*/ 380849 w 406483"/>
                <a:gd name="connsiteY29" fmla="*/ 575472 h 655314"/>
                <a:gd name="connsiteX30" fmla="*/ 306268 w 406483"/>
                <a:gd name="connsiteY30" fmla="*/ 634146 h 655314"/>
                <a:gd name="connsiteX31" fmla="*/ 187968 w 406483"/>
                <a:gd name="connsiteY31" fmla="*/ 655101 h 655314"/>
                <a:gd name="connsiteX32" fmla="*/ -150 w 406483"/>
                <a:gd name="connsiteY32" fmla="*/ 614334 h 655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406483" h="655314">
                  <a:moveTo>
                    <a:pt x="-150" y="614334"/>
                  </a:moveTo>
                  <a:cubicBezTo>
                    <a:pt x="265" y="603202"/>
                    <a:pt x="1315" y="592103"/>
                    <a:pt x="2993" y="581092"/>
                  </a:cubicBezTo>
                  <a:cubicBezTo>
                    <a:pt x="4632" y="571339"/>
                    <a:pt x="7216" y="561769"/>
                    <a:pt x="10708" y="552517"/>
                  </a:cubicBezTo>
                  <a:cubicBezTo>
                    <a:pt x="37584" y="567343"/>
                    <a:pt x="66455" y="578218"/>
                    <a:pt x="96433" y="584806"/>
                  </a:cubicBezTo>
                  <a:cubicBezTo>
                    <a:pt x="126122" y="591596"/>
                    <a:pt x="156466" y="595109"/>
                    <a:pt x="186921" y="595284"/>
                  </a:cubicBezTo>
                  <a:cubicBezTo>
                    <a:pt x="235498" y="595284"/>
                    <a:pt x="273122" y="586171"/>
                    <a:pt x="299792" y="567947"/>
                  </a:cubicBezTo>
                  <a:cubicBezTo>
                    <a:pt x="325811" y="551004"/>
                    <a:pt x="341005" y="521629"/>
                    <a:pt x="339797" y="490604"/>
                  </a:cubicBezTo>
                  <a:cubicBezTo>
                    <a:pt x="340433" y="471860"/>
                    <a:pt x="335885" y="453304"/>
                    <a:pt x="326653" y="436978"/>
                  </a:cubicBezTo>
                  <a:cubicBezTo>
                    <a:pt x="315853" y="420515"/>
                    <a:pt x="301375" y="406788"/>
                    <a:pt x="284362" y="396878"/>
                  </a:cubicBezTo>
                  <a:cubicBezTo>
                    <a:pt x="258507" y="381604"/>
                    <a:pt x="231426" y="368510"/>
                    <a:pt x="203399" y="357730"/>
                  </a:cubicBezTo>
                  <a:lnTo>
                    <a:pt x="159774" y="340490"/>
                  </a:lnTo>
                  <a:cubicBezTo>
                    <a:pt x="130773" y="329752"/>
                    <a:pt x="103248" y="315382"/>
                    <a:pt x="77860" y="297723"/>
                  </a:cubicBezTo>
                  <a:cubicBezTo>
                    <a:pt x="56614" y="282672"/>
                    <a:pt x="39246" y="262791"/>
                    <a:pt x="27187" y="239716"/>
                  </a:cubicBezTo>
                  <a:cubicBezTo>
                    <a:pt x="14790" y="214432"/>
                    <a:pt x="8711" y="186520"/>
                    <a:pt x="9470" y="158372"/>
                  </a:cubicBezTo>
                  <a:cubicBezTo>
                    <a:pt x="6792" y="95735"/>
                    <a:pt x="45503" y="38752"/>
                    <a:pt x="104720" y="18164"/>
                  </a:cubicBezTo>
                  <a:cubicBezTo>
                    <a:pt x="140257" y="5257"/>
                    <a:pt x="177888" y="-913"/>
                    <a:pt x="215687" y="-29"/>
                  </a:cubicBezTo>
                  <a:cubicBezTo>
                    <a:pt x="271595" y="-492"/>
                    <a:pt x="327107" y="9390"/>
                    <a:pt x="379421" y="29118"/>
                  </a:cubicBezTo>
                  <a:cubicBezTo>
                    <a:pt x="378333" y="49527"/>
                    <a:pt x="374685" y="69720"/>
                    <a:pt x="368563" y="89220"/>
                  </a:cubicBezTo>
                  <a:cubicBezTo>
                    <a:pt x="343907" y="79543"/>
                    <a:pt x="318394" y="72208"/>
                    <a:pt x="292363" y="67313"/>
                  </a:cubicBezTo>
                  <a:cubicBezTo>
                    <a:pt x="267239" y="62563"/>
                    <a:pt x="241732" y="60139"/>
                    <a:pt x="216163" y="60074"/>
                  </a:cubicBezTo>
                  <a:cubicBezTo>
                    <a:pt x="171713" y="60074"/>
                    <a:pt x="137296" y="68266"/>
                    <a:pt x="112912" y="84649"/>
                  </a:cubicBezTo>
                  <a:cubicBezTo>
                    <a:pt x="88377" y="100909"/>
                    <a:pt x="74338" y="128988"/>
                    <a:pt x="76050" y="158372"/>
                  </a:cubicBezTo>
                  <a:cubicBezTo>
                    <a:pt x="75598" y="177157"/>
                    <a:pt x="80309" y="195705"/>
                    <a:pt x="89671" y="211998"/>
                  </a:cubicBezTo>
                  <a:cubicBezTo>
                    <a:pt x="99677" y="228060"/>
                    <a:pt x="113232" y="241615"/>
                    <a:pt x="129294" y="251622"/>
                  </a:cubicBezTo>
                  <a:cubicBezTo>
                    <a:pt x="150695" y="264922"/>
                    <a:pt x="173385" y="276028"/>
                    <a:pt x="197017" y="284769"/>
                  </a:cubicBezTo>
                  <a:lnTo>
                    <a:pt x="240737" y="302104"/>
                  </a:lnTo>
                  <a:cubicBezTo>
                    <a:pt x="274959" y="314525"/>
                    <a:pt x="307500" y="331164"/>
                    <a:pt x="337606" y="351634"/>
                  </a:cubicBezTo>
                  <a:cubicBezTo>
                    <a:pt x="359562" y="366633"/>
                    <a:pt x="377515" y="386777"/>
                    <a:pt x="389898" y="410308"/>
                  </a:cubicBezTo>
                  <a:cubicBezTo>
                    <a:pt x="401333" y="434453"/>
                    <a:pt x="406945" y="460944"/>
                    <a:pt x="406281" y="487651"/>
                  </a:cubicBezTo>
                  <a:cubicBezTo>
                    <a:pt x="406936" y="518830"/>
                    <a:pt x="398064" y="549468"/>
                    <a:pt x="380849" y="575472"/>
                  </a:cubicBezTo>
                  <a:cubicBezTo>
                    <a:pt x="362322" y="601959"/>
                    <a:pt x="336373" y="622374"/>
                    <a:pt x="306268" y="634146"/>
                  </a:cubicBezTo>
                  <a:cubicBezTo>
                    <a:pt x="268649" y="649027"/>
                    <a:pt x="228410" y="656155"/>
                    <a:pt x="187968" y="655101"/>
                  </a:cubicBezTo>
                  <a:cubicBezTo>
                    <a:pt x="114689" y="655228"/>
                    <a:pt x="51983" y="641639"/>
                    <a:pt x="-150" y="614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72111A3D-CCF0-814D-8624-D5A2911B87B5}"/>
                </a:ext>
              </a:extLst>
            </p:cNvPr>
            <p:cNvSpPr/>
            <p:nvPr/>
          </p:nvSpPr>
          <p:spPr>
            <a:xfrm>
              <a:off x="6921426" y="4018756"/>
              <a:ext cx="406397" cy="491175"/>
            </a:xfrm>
            <a:custGeom>
              <a:avLst/>
              <a:gdLst>
                <a:gd name="connsiteX0" fmla="*/ 402482 w 406397"/>
                <a:gd name="connsiteY0" fmla="*/ 267000 h 491175"/>
                <a:gd name="connsiteX1" fmla="*/ 65011 w 406397"/>
                <a:gd name="connsiteY1" fmla="*/ 267000 h 491175"/>
                <a:gd name="connsiteX2" fmla="*/ 114065 w 406397"/>
                <a:gd name="connsiteY2" fmla="*/ 391682 h 491175"/>
                <a:gd name="connsiteX3" fmla="*/ 234175 w 406397"/>
                <a:gd name="connsiteY3" fmla="*/ 434450 h 491175"/>
                <a:gd name="connsiteX4" fmla="*/ 312470 w 406397"/>
                <a:gd name="connsiteY4" fmla="*/ 424925 h 491175"/>
                <a:gd name="connsiteX5" fmla="*/ 387051 w 406397"/>
                <a:gd name="connsiteY5" fmla="*/ 395397 h 491175"/>
                <a:gd name="connsiteX6" fmla="*/ 377526 w 406397"/>
                <a:gd name="connsiteY6" fmla="*/ 456357 h 491175"/>
                <a:gd name="connsiteX7" fmla="*/ 309708 w 406397"/>
                <a:gd name="connsiteY7" fmla="*/ 483218 h 491175"/>
                <a:gd name="connsiteX8" fmla="*/ 232841 w 406397"/>
                <a:gd name="connsiteY8" fmla="*/ 490933 h 491175"/>
                <a:gd name="connsiteX9" fmla="*/ 105492 w 406397"/>
                <a:gd name="connsiteY9" fmla="*/ 461405 h 491175"/>
                <a:gd name="connsiteX10" fmla="*/ 26816 w 406397"/>
                <a:gd name="connsiteY10" fmla="*/ 376252 h 491175"/>
                <a:gd name="connsiteX11" fmla="*/ -45 w 406397"/>
                <a:gd name="connsiteY11" fmla="*/ 242902 h 491175"/>
                <a:gd name="connsiteX12" fmla="*/ 22244 w 406397"/>
                <a:gd name="connsiteY12" fmla="*/ 118315 h 491175"/>
                <a:gd name="connsiteX13" fmla="*/ 91871 w 406397"/>
                <a:gd name="connsiteY13" fmla="*/ 31828 h 491175"/>
                <a:gd name="connsiteX14" fmla="*/ 211029 w 406397"/>
                <a:gd name="connsiteY14" fmla="*/ 15 h 491175"/>
                <a:gd name="connsiteX15" fmla="*/ 320662 w 406397"/>
                <a:gd name="connsiteY15" fmla="*/ 27732 h 491175"/>
                <a:gd name="connsiteX16" fmla="*/ 385718 w 406397"/>
                <a:gd name="connsiteY16" fmla="*/ 102789 h 491175"/>
                <a:gd name="connsiteX17" fmla="*/ 406197 w 406397"/>
                <a:gd name="connsiteY17" fmla="*/ 210422 h 491175"/>
                <a:gd name="connsiteX18" fmla="*/ 402482 w 406397"/>
                <a:gd name="connsiteY18" fmla="*/ 267000 h 491175"/>
                <a:gd name="connsiteX19" fmla="*/ 105873 w 406397"/>
                <a:gd name="connsiteY19" fmla="*/ 95550 h 491175"/>
                <a:gd name="connsiteX20" fmla="*/ 65011 w 406397"/>
                <a:gd name="connsiteY20" fmla="*/ 209850 h 491175"/>
                <a:gd name="connsiteX21" fmla="*/ 341236 w 406397"/>
                <a:gd name="connsiteY21" fmla="*/ 209850 h 491175"/>
                <a:gd name="connsiteX22" fmla="*/ 341236 w 406397"/>
                <a:gd name="connsiteY22" fmla="*/ 206231 h 491175"/>
                <a:gd name="connsiteX23" fmla="*/ 307136 w 406397"/>
                <a:gd name="connsiteY23" fmla="*/ 95646 h 491175"/>
                <a:gd name="connsiteX24" fmla="*/ 207505 w 406397"/>
                <a:gd name="connsiteY24" fmla="*/ 55164 h 491175"/>
                <a:gd name="connsiteX25" fmla="*/ 106159 w 406397"/>
                <a:gd name="connsiteY25" fmla="*/ 95455 h 4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397" h="491175">
                  <a:moveTo>
                    <a:pt x="402482" y="267000"/>
                  </a:moveTo>
                  <a:lnTo>
                    <a:pt x="65011" y="267000"/>
                  </a:lnTo>
                  <a:cubicBezTo>
                    <a:pt x="69202" y="321610"/>
                    <a:pt x="85553" y="363171"/>
                    <a:pt x="114065" y="391682"/>
                  </a:cubicBezTo>
                  <a:cubicBezTo>
                    <a:pt x="142577" y="420194"/>
                    <a:pt x="182613" y="434450"/>
                    <a:pt x="234175" y="434450"/>
                  </a:cubicBezTo>
                  <a:cubicBezTo>
                    <a:pt x="260561" y="434430"/>
                    <a:pt x="286849" y="431232"/>
                    <a:pt x="312470" y="424925"/>
                  </a:cubicBezTo>
                  <a:cubicBezTo>
                    <a:pt x="338565" y="418542"/>
                    <a:pt x="363660" y="408607"/>
                    <a:pt x="387051" y="395397"/>
                  </a:cubicBezTo>
                  <a:cubicBezTo>
                    <a:pt x="384957" y="415871"/>
                    <a:pt x="381777" y="436220"/>
                    <a:pt x="377526" y="456357"/>
                  </a:cubicBezTo>
                  <a:cubicBezTo>
                    <a:pt x="356468" y="468810"/>
                    <a:pt x="333582" y="477874"/>
                    <a:pt x="309708" y="483218"/>
                  </a:cubicBezTo>
                  <a:cubicBezTo>
                    <a:pt x="284440" y="488559"/>
                    <a:pt x="258667" y="491146"/>
                    <a:pt x="232841" y="490933"/>
                  </a:cubicBezTo>
                  <a:cubicBezTo>
                    <a:pt x="188544" y="492351"/>
                    <a:pt x="144646" y="482172"/>
                    <a:pt x="105492" y="461405"/>
                  </a:cubicBezTo>
                  <a:cubicBezTo>
                    <a:pt x="71056" y="441884"/>
                    <a:pt x="43557" y="412121"/>
                    <a:pt x="26816" y="376252"/>
                  </a:cubicBezTo>
                  <a:cubicBezTo>
                    <a:pt x="7931" y="334393"/>
                    <a:pt x="-1251" y="288808"/>
                    <a:pt x="-45" y="242902"/>
                  </a:cubicBezTo>
                  <a:cubicBezTo>
                    <a:pt x="-793" y="200318"/>
                    <a:pt x="6778" y="157998"/>
                    <a:pt x="22244" y="118315"/>
                  </a:cubicBezTo>
                  <a:cubicBezTo>
                    <a:pt x="36102" y="83067"/>
                    <a:pt x="60395" y="52892"/>
                    <a:pt x="91871" y="31828"/>
                  </a:cubicBezTo>
                  <a:cubicBezTo>
                    <a:pt x="123621" y="10619"/>
                    <a:pt x="163341" y="15"/>
                    <a:pt x="211029" y="15"/>
                  </a:cubicBezTo>
                  <a:cubicBezTo>
                    <a:pt x="249464" y="-1344"/>
                    <a:pt x="287492" y="8270"/>
                    <a:pt x="320662" y="27732"/>
                  </a:cubicBezTo>
                  <a:cubicBezTo>
                    <a:pt x="349479" y="45550"/>
                    <a:pt x="372174" y="71734"/>
                    <a:pt x="385718" y="102789"/>
                  </a:cubicBezTo>
                  <a:cubicBezTo>
                    <a:pt x="399941" y="136856"/>
                    <a:pt x="406915" y="173512"/>
                    <a:pt x="406197" y="210422"/>
                  </a:cubicBezTo>
                  <a:cubicBezTo>
                    <a:pt x="406366" y="229347"/>
                    <a:pt x="405124" y="248259"/>
                    <a:pt x="402482" y="267000"/>
                  </a:cubicBezTo>
                  <a:close/>
                  <a:moveTo>
                    <a:pt x="105873" y="95550"/>
                  </a:moveTo>
                  <a:cubicBezTo>
                    <a:pt x="82251" y="122601"/>
                    <a:pt x="68630" y="160701"/>
                    <a:pt x="65011" y="209850"/>
                  </a:cubicBezTo>
                  <a:lnTo>
                    <a:pt x="341236" y="209850"/>
                  </a:lnTo>
                  <a:lnTo>
                    <a:pt x="341236" y="206231"/>
                  </a:lnTo>
                  <a:cubicBezTo>
                    <a:pt x="341236" y="159558"/>
                    <a:pt x="329870" y="122697"/>
                    <a:pt x="307136" y="95646"/>
                  </a:cubicBezTo>
                  <a:cubicBezTo>
                    <a:pt x="284403" y="68595"/>
                    <a:pt x="251193" y="55101"/>
                    <a:pt x="207505" y="55164"/>
                  </a:cubicBezTo>
                  <a:cubicBezTo>
                    <a:pt x="163436" y="55037"/>
                    <a:pt x="129654" y="68468"/>
                    <a:pt x="106159" y="954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1DF85D3E-3272-5149-8F10-55B9919770F1}"/>
                </a:ext>
              </a:extLst>
            </p:cNvPr>
            <p:cNvSpPr/>
            <p:nvPr/>
          </p:nvSpPr>
          <p:spPr>
            <a:xfrm>
              <a:off x="7427118" y="4020137"/>
              <a:ext cx="229266" cy="478615"/>
            </a:xfrm>
            <a:custGeom>
              <a:avLst/>
              <a:gdLst>
                <a:gd name="connsiteX0" fmla="*/ 229117 w 229266"/>
                <a:gd name="connsiteY0" fmla="*/ 3587 h 478615"/>
                <a:gd name="connsiteX1" fmla="*/ 227307 w 229266"/>
                <a:gd name="connsiteY1" fmla="*/ 34543 h 478615"/>
                <a:gd name="connsiteX2" fmla="*/ 222735 w 229266"/>
                <a:gd name="connsiteY2" fmla="*/ 59118 h 478615"/>
                <a:gd name="connsiteX3" fmla="*/ 152631 w 229266"/>
                <a:gd name="connsiteY3" fmla="*/ 55498 h 478615"/>
                <a:gd name="connsiteX4" fmla="*/ 63477 w 229266"/>
                <a:gd name="connsiteY4" fmla="*/ 65499 h 478615"/>
                <a:gd name="connsiteX5" fmla="*/ 63477 w 229266"/>
                <a:gd name="connsiteY5" fmla="*/ 478504 h 478615"/>
                <a:gd name="connsiteX6" fmla="*/ -150 w 229266"/>
                <a:gd name="connsiteY6" fmla="*/ 478504 h 478615"/>
                <a:gd name="connsiteX7" fmla="*/ -150 w 229266"/>
                <a:gd name="connsiteY7" fmla="*/ 23590 h 478615"/>
                <a:gd name="connsiteX8" fmla="*/ 72145 w 229266"/>
                <a:gd name="connsiteY8" fmla="*/ 6731 h 478615"/>
                <a:gd name="connsiteX9" fmla="*/ 150821 w 229266"/>
                <a:gd name="connsiteY9" fmla="*/ -32 h 478615"/>
                <a:gd name="connsiteX10" fmla="*/ 229117 w 229266"/>
                <a:gd name="connsiteY10" fmla="*/ 3587 h 47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266" h="478615">
                  <a:moveTo>
                    <a:pt x="229117" y="3587"/>
                  </a:moveTo>
                  <a:cubicBezTo>
                    <a:pt x="229084" y="13931"/>
                    <a:pt x="228479" y="24266"/>
                    <a:pt x="227307" y="34543"/>
                  </a:cubicBezTo>
                  <a:cubicBezTo>
                    <a:pt x="226448" y="42845"/>
                    <a:pt x="224919" y="51063"/>
                    <a:pt x="222735" y="59118"/>
                  </a:cubicBezTo>
                  <a:cubicBezTo>
                    <a:pt x="199467" y="56428"/>
                    <a:pt x="176052" y="55219"/>
                    <a:pt x="152631" y="55498"/>
                  </a:cubicBezTo>
                  <a:cubicBezTo>
                    <a:pt x="122647" y="55732"/>
                    <a:pt x="92768" y="59084"/>
                    <a:pt x="63477" y="65499"/>
                  </a:cubicBezTo>
                  <a:lnTo>
                    <a:pt x="63477" y="478504"/>
                  </a:lnTo>
                  <a:lnTo>
                    <a:pt x="-150" y="478504"/>
                  </a:lnTo>
                  <a:lnTo>
                    <a:pt x="-150" y="23590"/>
                  </a:lnTo>
                  <a:cubicBezTo>
                    <a:pt x="23465" y="16068"/>
                    <a:pt x="47639" y="10431"/>
                    <a:pt x="72145" y="6731"/>
                  </a:cubicBezTo>
                  <a:cubicBezTo>
                    <a:pt x="98154" y="2426"/>
                    <a:pt x="124460" y="164"/>
                    <a:pt x="150821" y="-32"/>
                  </a:cubicBezTo>
                  <a:cubicBezTo>
                    <a:pt x="176970" y="-448"/>
                    <a:pt x="203119" y="761"/>
                    <a:pt x="229117" y="35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3A4687A3-B0C1-6945-BE7B-B72F33A348AB}"/>
                </a:ext>
              </a:extLst>
            </p:cNvPr>
            <p:cNvSpPr/>
            <p:nvPr/>
          </p:nvSpPr>
          <p:spPr>
            <a:xfrm>
              <a:off x="7684960" y="4029265"/>
              <a:ext cx="428625" cy="469487"/>
            </a:xfrm>
            <a:custGeom>
              <a:avLst/>
              <a:gdLst>
                <a:gd name="connsiteX0" fmla="*/ 428475 w 428625"/>
                <a:gd name="connsiteY0" fmla="*/ -112 h 469487"/>
                <a:gd name="connsiteX1" fmla="*/ 254644 w 428625"/>
                <a:gd name="connsiteY1" fmla="*/ 469375 h 469487"/>
                <a:gd name="connsiteX2" fmla="*/ 175491 w 428625"/>
                <a:gd name="connsiteY2" fmla="*/ 469375 h 469487"/>
                <a:gd name="connsiteX3" fmla="*/ -150 w 428625"/>
                <a:gd name="connsiteY3" fmla="*/ -112 h 469487"/>
                <a:gd name="connsiteX4" fmla="*/ 67096 w 428625"/>
                <a:gd name="connsiteY4" fmla="*/ -112 h 469487"/>
                <a:gd name="connsiteX5" fmla="*/ 215401 w 428625"/>
                <a:gd name="connsiteY5" fmla="*/ 409463 h 469487"/>
                <a:gd name="connsiteX6" fmla="*/ 360085 w 428625"/>
                <a:gd name="connsiteY6" fmla="*/ -112 h 469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625" h="469487">
                  <a:moveTo>
                    <a:pt x="428475" y="-112"/>
                  </a:moveTo>
                  <a:lnTo>
                    <a:pt x="254644" y="469375"/>
                  </a:lnTo>
                  <a:lnTo>
                    <a:pt x="175491" y="469375"/>
                  </a:lnTo>
                  <a:lnTo>
                    <a:pt x="-150" y="-112"/>
                  </a:lnTo>
                  <a:lnTo>
                    <a:pt x="67096" y="-112"/>
                  </a:lnTo>
                  <a:lnTo>
                    <a:pt x="215401" y="409463"/>
                  </a:lnTo>
                  <a:lnTo>
                    <a:pt x="360085" y="-1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7F209521-3153-7640-B743-E1A6292770AB}"/>
                </a:ext>
              </a:extLst>
            </p:cNvPr>
            <p:cNvSpPr/>
            <p:nvPr/>
          </p:nvSpPr>
          <p:spPr>
            <a:xfrm>
              <a:off x="8171097" y="3866464"/>
              <a:ext cx="84726" cy="632287"/>
            </a:xfrm>
            <a:custGeom>
              <a:avLst/>
              <a:gdLst>
                <a:gd name="connsiteX0" fmla="*/ 12156 w 84726"/>
                <a:gd name="connsiteY0" fmla="*/ 72677 h 632287"/>
                <a:gd name="connsiteX1" fmla="*/ -131 w 84726"/>
                <a:gd name="connsiteY1" fmla="*/ 42578 h 632287"/>
                <a:gd name="connsiteX2" fmla="*/ 40807 w 84726"/>
                <a:gd name="connsiteY2" fmla="*/ -96 h 632287"/>
                <a:gd name="connsiteX3" fmla="*/ 42636 w 84726"/>
                <a:gd name="connsiteY3" fmla="*/ -94 h 632287"/>
                <a:gd name="connsiteX4" fmla="*/ 72735 w 84726"/>
                <a:gd name="connsiteY4" fmla="*/ 12098 h 632287"/>
                <a:gd name="connsiteX5" fmla="*/ 84546 w 84726"/>
                <a:gd name="connsiteY5" fmla="*/ 42578 h 632287"/>
                <a:gd name="connsiteX6" fmla="*/ 45743 w 84726"/>
                <a:gd name="connsiteY6" fmla="*/ 84488 h 632287"/>
                <a:gd name="connsiteX7" fmla="*/ 42635 w 84726"/>
                <a:gd name="connsiteY7" fmla="*/ 84488 h 632287"/>
                <a:gd name="connsiteX8" fmla="*/ 12155 w 84726"/>
                <a:gd name="connsiteY8" fmla="*/ 72677 h 632287"/>
                <a:gd name="connsiteX9" fmla="*/ 10822 w 84726"/>
                <a:gd name="connsiteY9" fmla="*/ 162689 h 632287"/>
                <a:gd name="connsiteX10" fmla="*/ 74545 w 84726"/>
                <a:gd name="connsiteY10" fmla="*/ 162689 h 632287"/>
                <a:gd name="connsiteX11" fmla="*/ 74545 w 84726"/>
                <a:gd name="connsiteY11" fmla="*/ 632176 h 632287"/>
                <a:gd name="connsiteX12" fmla="*/ 10822 w 84726"/>
                <a:gd name="connsiteY12" fmla="*/ 632176 h 632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726" h="632287">
                  <a:moveTo>
                    <a:pt x="12156" y="72677"/>
                  </a:moveTo>
                  <a:cubicBezTo>
                    <a:pt x="3984" y="64836"/>
                    <a:pt x="-481" y="53898"/>
                    <a:pt x="-131" y="42578"/>
                  </a:cubicBezTo>
                  <a:cubicBezTo>
                    <a:pt x="-611" y="19489"/>
                    <a:pt x="17718" y="384"/>
                    <a:pt x="40807" y="-96"/>
                  </a:cubicBezTo>
                  <a:cubicBezTo>
                    <a:pt x="41416" y="-109"/>
                    <a:pt x="42026" y="-108"/>
                    <a:pt x="42636" y="-94"/>
                  </a:cubicBezTo>
                  <a:cubicBezTo>
                    <a:pt x="53935" y="-432"/>
                    <a:pt x="64857" y="3992"/>
                    <a:pt x="72735" y="12098"/>
                  </a:cubicBezTo>
                  <a:cubicBezTo>
                    <a:pt x="80570" y="20282"/>
                    <a:pt x="84821" y="31251"/>
                    <a:pt x="84546" y="42578"/>
                  </a:cubicBezTo>
                  <a:cubicBezTo>
                    <a:pt x="85404" y="64866"/>
                    <a:pt x="68032" y="83630"/>
                    <a:pt x="45743" y="84488"/>
                  </a:cubicBezTo>
                  <a:cubicBezTo>
                    <a:pt x="44708" y="84528"/>
                    <a:pt x="43671" y="84528"/>
                    <a:pt x="42635" y="84488"/>
                  </a:cubicBezTo>
                  <a:cubicBezTo>
                    <a:pt x="31301" y="84806"/>
                    <a:pt x="20316" y="80549"/>
                    <a:pt x="12155" y="72677"/>
                  </a:cubicBezTo>
                  <a:close/>
                  <a:moveTo>
                    <a:pt x="10822" y="162689"/>
                  </a:moveTo>
                  <a:lnTo>
                    <a:pt x="74545" y="162689"/>
                  </a:lnTo>
                  <a:lnTo>
                    <a:pt x="74545" y="632176"/>
                  </a:lnTo>
                  <a:lnTo>
                    <a:pt x="10822" y="632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584993BA-5683-3B47-8547-5AEAEE114EFB}"/>
                </a:ext>
              </a:extLst>
            </p:cNvPr>
            <p:cNvSpPr/>
            <p:nvPr/>
          </p:nvSpPr>
          <p:spPr>
            <a:xfrm>
              <a:off x="8334825" y="4018586"/>
              <a:ext cx="349021" cy="491270"/>
            </a:xfrm>
            <a:custGeom>
              <a:avLst/>
              <a:gdLst>
                <a:gd name="connsiteX0" fmla="*/ 104555 w 349021"/>
                <a:gd name="connsiteY0" fmla="*/ 462338 h 491270"/>
                <a:gd name="connsiteX1" fmla="*/ 27212 w 349021"/>
                <a:gd name="connsiteY1" fmla="*/ 379089 h 491270"/>
                <a:gd name="connsiteX2" fmla="*/ -30 w 349021"/>
                <a:gd name="connsiteY2" fmla="*/ 247168 h 491270"/>
                <a:gd name="connsiteX3" fmla="*/ 26831 w 349021"/>
                <a:gd name="connsiteY3" fmla="*/ 116104 h 491270"/>
                <a:gd name="connsiteX4" fmla="*/ 107317 w 349021"/>
                <a:gd name="connsiteY4" fmla="*/ 30379 h 491270"/>
                <a:gd name="connsiteX5" fmla="*/ 240667 w 349021"/>
                <a:gd name="connsiteY5" fmla="*/ -101 h 491270"/>
                <a:gd name="connsiteX6" fmla="*/ 348871 w 349021"/>
                <a:gd name="connsiteY6" fmla="*/ 21711 h 491270"/>
                <a:gd name="connsiteX7" fmla="*/ 341632 w 349021"/>
                <a:gd name="connsiteY7" fmla="*/ 77242 h 491270"/>
                <a:gd name="connsiteX8" fmla="*/ 240667 w 349021"/>
                <a:gd name="connsiteY8" fmla="*/ 56287 h 491270"/>
                <a:gd name="connsiteX9" fmla="*/ 109603 w 349021"/>
                <a:gd name="connsiteY9" fmla="*/ 105436 h 491270"/>
                <a:gd name="connsiteX10" fmla="*/ 64359 w 349021"/>
                <a:gd name="connsiteY10" fmla="*/ 245358 h 491270"/>
                <a:gd name="connsiteX11" fmla="*/ 85315 w 349021"/>
                <a:gd name="connsiteY11" fmla="*/ 350895 h 491270"/>
                <a:gd name="connsiteX12" fmla="*/ 142465 w 349021"/>
                <a:gd name="connsiteY12" fmla="*/ 414141 h 491270"/>
                <a:gd name="connsiteX13" fmla="*/ 227142 w 349021"/>
                <a:gd name="connsiteY13" fmla="*/ 434620 h 491270"/>
                <a:gd name="connsiteX14" fmla="*/ 289912 w 349021"/>
                <a:gd name="connsiteY14" fmla="*/ 425095 h 491270"/>
                <a:gd name="connsiteX15" fmla="*/ 347062 w 349021"/>
                <a:gd name="connsiteY15" fmla="*/ 398330 h 491270"/>
                <a:gd name="connsiteX16" fmla="*/ 338870 w 349021"/>
                <a:gd name="connsiteY16" fmla="*/ 459290 h 491270"/>
                <a:gd name="connsiteX17" fmla="*/ 221522 w 349021"/>
                <a:gd name="connsiteY17" fmla="*/ 491103 h 491270"/>
                <a:gd name="connsiteX18" fmla="*/ 104555 w 349021"/>
                <a:gd name="connsiteY18" fmla="*/ 462338 h 491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021" h="491270">
                  <a:moveTo>
                    <a:pt x="104555" y="462338"/>
                  </a:moveTo>
                  <a:cubicBezTo>
                    <a:pt x="70996" y="442989"/>
                    <a:pt x="44043" y="413979"/>
                    <a:pt x="27212" y="379089"/>
                  </a:cubicBezTo>
                  <a:cubicBezTo>
                    <a:pt x="7992" y="337834"/>
                    <a:pt x="-1336" y="292662"/>
                    <a:pt x="-30" y="247168"/>
                  </a:cubicBezTo>
                  <a:cubicBezTo>
                    <a:pt x="-1124" y="202009"/>
                    <a:pt x="8061" y="157192"/>
                    <a:pt x="26831" y="116104"/>
                  </a:cubicBezTo>
                  <a:cubicBezTo>
                    <a:pt x="44083" y="79848"/>
                    <a:pt x="72220" y="49880"/>
                    <a:pt x="107317" y="30379"/>
                  </a:cubicBezTo>
                  <a:cubicBezTo>
                    <a:pt x="143131" y="10123"/>
                    <a:pt x="187581" y="-38"/>
                    <a:pt x="240667" y="-101"/>
                  </a:cubicBezTo>
                  <a:cubicBezTo>
                    <a:pt x="277860" y="-438"/>
                    <a:pt x="314714" y="6991"/>
                    <a:pt x="348871" y="21711"/>
                  </a:cubicBezTo>
                  <a:cubicBezTo>
                    <a:pt x="348050" y="40395"/>
                    <a:pt x="345628" y="58973"/>
                    <a:pt x="341632" y="77242"/>
                  </a:cubicBezTo>
                  <a:cubicBezTo>
                    <a:pt x="309874" y="63083"/>
                    <a:pt x="275437" y="55935"/>
                    <a:pt x="240667" y="56287"/>
                  </a:cubicBezTo>
                  <a:cubicBezTo>
                    <a:pt x="183009" y="56287"/>
                    <a:pt x="139321" y="72670"/>
                    <a:pt x="109603" y="105436"/>
                  </a:cubicBezTo>
                  <a:cubicBezTo>
                    <a:pt x="79885" y="138202"/>
                    <a:pt x="64804" y="184843"/>
                    <a:pt x="64359" y="245358"/>
                  </a:cubicBezTo>
                  <a:cubicBezTo>
                    <a:pt x="63201" y="281675"/>
                    <a:pt x="70369" y="317776"/>
                    <a:pt x="85315" y="350895"/>
                  </a:cubicBezTo>
                  <a:cubicBezTo>
                    <a:pt x="97407" y="377352"/>
                    <a:pt x="117364" y="399437"/>
                    <a:pt x="142465" y="414141"/>
                  </a:cubicBezTo>
                  <a:cubicBezTo>
                    <a:pt x="168434" y="428202"/>
                    <a:pt x="197617" y="435259"/>
                    <a:pt x="227142" y="434620"/>
                  </a:cubicBezTo>
                  <a:cubicBezTo>
                    <a:pt x="248426" y="434623"/>
                    <a:pt x="269588" y="431412"/>
                    <a:pt x="289912" y="425095"/>
                  </a:cubicBezTo>
                  <a:cubicBezTo>
                    <a:pt x="310115" y="418878"/>
                    <a:pt x="329351" y="409869"/>
                    <a:pt x="347062" y="398330"/>
                  </a:cubicBezTo>
                  <a:cubicBezTo>
                    <a:pt x="344585" y="421952"/>
                    <a:pt x="341918" y="442240"/>
                    <a:pt x="338870" y="459290"/>
                  </a:cubicBezTo>
                  <a:cubicBezTo>
                    <a:pt x="308453" y="480435"/>
                    <a:pt x="269338" y="491040"/>
                    <a:pt x="221522" y="491103"/>
                  </a:cubicBezTo>
                  <a:cubicBezTo>
                    <a:pt x="180679" y="491992"/>
                    <a:pt x="140327" y="482068"/>
                    <a:pt x="104555" y="462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5921A2CC-D9C9-9344-A667-3920524F8F34}"/>
                </a:ext>
              </a:extLst>
            </p:cNvPr>
            <p:cNvSpPr/>
            <p:nvPr/>
          </p:nvSpPr>
          <p:spPr>
            <a:xfrm>
              <a:off x="8727843" y="4018755"/>
              <a:ext cx="406858" cy="491176"/>
            </a:xfrm>
            <a:custGeom>
              <a:avLst/>
              <a:gdLst>
                <a:gd name="connsiteX0" fmla="*/ 403053 w 406858"/>
                <a:gd name="connsiteY0" fmla="*/ 267002 h 491176"/>
                <a:gd name="connsiteX1" fmla="*/ 65486 w 406858"/>
                <a:gd name="connsiteY1" fmla="*/ 267002 h 491176"/>
                <a:gd name="connsiteX2" fmla="*/ 114635 w 406858"/>
                <a:gd name="connsiteY2" fmla="*/ 391684 h 491176"/>
                <a:gd name="connsiteX3" fmla="*/ 234746 w 406858"/>
                <a:gd name="connsiteY3" fmla="*/ 434451 h 491176"/>
                <a:gd name="connsiteX4" fmla="*/ 312946 w 406858"/>
                <a:gd name="connsiteY4" fmla="*/ 424926 h 491176"/>
                <a:gd name="connsiteX5" fmla="*/ 387623 w 406858"/>
                <a:gd name="connsiteY5" fmla="*/ 395398 h 491176"/>
                <a:gd name="connsiteX6" fmla="*/ 377622 w 406858"/>
                <a:gd name="connsiteY6" fmla="*/ 456358 h 491176"/>
                <a:gd name="connsiteX7" fmla="*/ 309804 w 406858"/>
                <a:gd name="connsiteY7" fmla="*/ 483219 h 491176"/>
                <a:gd name="connsiteX8" fmla="*/ 232937 w 406858"/>
                <a:gd name="connsiteY8" fmla="*/ 490934 h 491176"/>
                <a:gd name="connsiteX9" fmla="*/ 105492 w 406858"/>
                <a:gd name="connsiteY9" fmla="*/ 461407 h 491176"/>
                <a:gd name="connsiteX10" fmla="*/ 26816 w 406858"/>
                <a:gd name="connsiteY10" fmla="*/ 376253 h 491176"/>
                <a:gd name="connsiteX11" fmla="*/ -45 w 406858"/>
                <a:gd name="connsiteY11" fmla="*/ 242903 h 491176"/>
                <a:gd name="connsiteX12" fmla="*/ 22244 w 406858"/>
                <a:gd name="connsiteY12" fmla="*/ 118316 h 491176"/>
                <a:gd name="connsiteX13" fmla="*/ 91871 w 406858"/>
                <a:gd name="connsiteY13" fmla="*/ 31829 h 491176"/>
                <a:gd name="connsiteX14" fmla="*/ 211028 w 406858"/>
                <a:gd name="connsiteY14" fmla="*/ 16 h 491176"/>
                <a:gd name="connsiteX15" fmla="*/ 320756 w 406858"/>
                <a:gd name="connsiteY15" fmla="*/ 27734 h 491176"/>
                <a:gd name="connsiteX16" fmla="*/ 385717 w 406858"/>
                <a:gd name="connsiteY16" fmla="*/ 102791 h 491176"/>
                <a:gd name="connsiteX17" fmla="*/ 406672 w 406858"/>
                <a:gd name="connsiteY17" fmla="*/ 210423 h 491176"/>
                <a:gd name="connsiteX18" fmla="*/ 403053 w 406858"/>
                <a:gd name="connsiteY18" fmla="*/ 267002 h 491176"/>
                <a:gd name="connsiteX19" fmla="*/ 106444 w 406858"/>
                <a:gd name="connsiteY19" fmla="*/ 95552 h 491176"/>
                <a:gd name="connsiteX20" fmla="*/ 65486 w 406858"/>
                <a:gd name="connsiteY20" fmla="*/ 209852 h 491176"/>
                <a:gd name="connsiteX21" fmla="*/ 341711 w 406858"/>
                <a:gd name="connsiteY21" fmla="*/ 209852 h 491176"/>
                <a:gd name="connsiteX22" fmla="*/ 341711 w 406858"/>
                <a:gd name="connsiteY22" fmla="*/ 206232 h 491176"/>
                <a:gd name="connsiteX23" fmla="*/ 307612 w 406858"/>
                <a:gd name="connsiteY23" fmla="*/ 95647 h 491176"/>
                <a:gd name="connsiteX24" fmla="*/ 207981 w 406858"/>
                <a:gd name="connsiteY24" fmla="*/ 55166 h 491176"/>
                <a:gd name="connsiteX25" fmla="*/ 106444 w 406858"/>
                <a:gd name="connsiteY25" fmla="*/ 95456 h 491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06858" h="491176">
                  <a:moveTo>
                    <a:pt x="403053" y="267002"/>
                  </a:moveTo>
                  <a:lnTo>
                    <a:pt x="65486" y="267002"/>
                  </a:lnTo>
                  <a:cubicBezTo>
                    <a:pt x="69804" y="321612"/>
                    <a:pt x="86188" y="363172"/>
                    <a:pt x="114635" y="391684"/>
                  </a:cubicBezTo>
                  <a:cubicBezTo>
                    <a:pt x="143083" y="420195"/>
                    <a:pt x="183120" y="434451"/>
                    <a:pt x="234746" y="434451"/>
                  </a:cubicBezTo>
                  <a:cubicBezTo>
                    <a:pt x="261101" y="434431"/>
                    <a:pt x="287357" y="431233"/>
                    <a:pt x="312946" y="424926"/>
                  </a:cubicBezTo>
                  <a:cubicBezTo>
                    <a:pt x="339071" y="418544"/>
                    <a:pt x="364197" y="408609"/>
                    <a:pt x="387623" y="395398"/>
                  </a:cubicBezTo>
                  <a:cubicBezTo>
                    <a:pt x="385370" y="415881"/>
                    <a:pt x="382032" y="436230"/>
                    <a:pt x="377622" y="456358"/>
                  </a:cubicBezTo>
                  <a:cubicBezTo>
                    <a:pt x="356555" y="468796"/>
                    <a:pt x="333672" y="477859"/>
                    <a:pt x="309804" y="483219"/>
                  </a:cubicBezTo>
                  <a:cubicBezTo>
                    <a:pt x="284535" y="488560"/>
                    <a:pt x="258762" y="491147"/>
                    <a:pt x="232937" y="490934"/>
                  </a:cubicBezTo>
                  <a:cubicBezTo>
                    <a:pt x="188609" y="492351"/>
                    <a:pt x="144680" y="482173"/>
                    <a:pt x="105492" y="461407"/>
                  </a:cubicBezTo>
                  <a:cubicBezTo>
                    <a:pt x="71080" y="441855"/>
                    <a:pt x="43589" y="412101"/>
                    <a:pt x="26816" y="376253"/>
                  </a:cubicBezTo>
                  <a:cubicBezTo>
                    <a:pt x="7931" y="334394"/>
                    <a:pt x="-1251" y="288809"/>
                    <a:pt x="-45" y="242903"/>
                  </a:cubicBezTo>
                  <a:cubicBezTo>
                    <a:pt x="-793" y="200319"/>
                    <a:pt x="6778" y="157999"/>
                    <a:pt x="22244" y="118316"/>
                  </a:cubicBezTo>
                  <a:cubicBezTo>
                    <a:pt x="36134" y="83087"/>
                    <a:pt x="60420" y="52920"/>
                    <a:pt x="91871" y="31829"/>
                  </a:cubicBezTo>
                  <a:cubicBezTo>
                    <a:pt x="123621" y="10620"/>
                    <a:pt x="163340" y="16"/>
                    <a:pt x="211028" y="16"/>
                  </a:cubicBezTo>
                  <a:cubicBezTo>
                    <a:pt x="249494" y="-1351"/>
                    <a:pt x="287554" y="8263"/>
                    <a:pt x="320756" y="27734"/>
                  </a:cubicBezTo>
                  <a:cubicBezTo>
                    <a:pt x="349546" y="45556"/>
                    <a:pt x="372209" y="71742"/>
                    <a:pt x="385717" y="102791"/>
                  </a:cubicBezTo>
                  <a:cubicBezTo>
                    <a:pt x="400146" y="136810"/>
                    <a:pt x="407285" y="173476"/>
                    <a:pt x="406672" y="210423"/>
                  </a:cubicBezTo>
                  <a:cubicBezTo>
                    <a:pt x="406822" y="229345"/>
                    <a:pt x="405613" y="248253"/>
                    <a:pt x="403053" y="267002"/>
                  </a:cubicBezTo>
                  <a:close/>
                  <a:moveTo>
                    <a:pt x="106444" y="95552"/>
                  </a:moveTo>
                  <a:cubicBezTo>
                    <a:pt x="82822" y="122603"/>
                    <a:pt x="69169" y="160703"/>
                    <a:pt x="65486" y="209852"/>
                  </a:cubicBezTo>
                  <a:lnTo>
                    <a:pt x="341711" y="209852"/>
                  </a:lnTo>
                  <a:lnTo>
                    <a:pt x="341711" y="206232"/>
                  </a:lnTo>
                  <a:cubicBezTo>
                    <a:pt x="341711" y="159560"/>
                    <a:pt x="330345" y="122698"/>
                    <a:pt x="307612" y="95647"/>
                  </a:cubicBezTo>
                  <a:cubicBezTo>
                    <a:pt x="284879" y="68596"/>
                    <a:pt x="251669" y="55102"/>
                    <a:pt x="207981" y="55166"/>
                  </a:cubicBezTo>
                  <a:cubicBezTo>
                    <a:pt x="163975" y="55039"/>
                    <a:pt x="130130" y="68469"/>
                    <a:pt x="106444" y="9545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1EB82789-AC43-9043-B6D8-B2E0EBB14A5C}"/>
                </a:ext>
              </a:extLst>
            </p:cNvPr>
            <p:cNvSpPr/>
            <p:nvPr/>
          </p:nvSpPr>
          <p:spPr>
            <a:xfrm>
              <a:off x="9211148" y="4018393"/>
              <a:ext cx="331558" cy="491408"/>
            </a:xfrm>
            <a:custGeom>
              <a:avLst/>
              <a:gdLst>
                <a:gd name="connsiteX0" fmla="*/ -148 w 331558"/>
                <a:gd name="connsiteY0" fmla="*/ 455673 h 491408"/>
                <a:gd name="connsiteX1" fmla="*/ 8901 w 331558"/>
                <a:gd name="connsiteY1" fmla="*/ 398523 h 491408"/>
                <a:gd name="connsiteX2" fmla="*/ 79386 w 331558"/>
                <a:gd name="connsiteY2" fmla="*/ 424907 h 491408"/>
                <a:gd name="connsiteX3" fmla="*/ 157206 w 331558"/>
                <a:gd name="connsiteY3" fmla="*/ 433956 h 491408"/>
                <a:gd name="connsiteX4" fmla="*/ 240930 w 331558"/>
                <a:gd name="connsiteY4" fmla="*/ 416715 h 491408"/>
                <a:gd name="connsiteX5" fmla="*/ 270077 w 331558"/>
                <a:gd name="connsiteY5" fmla="*/ 362137 h 491408"/>
                <a:gd name="connsiteX6" fmla="*/ 256837 w 331558"/>
                <a:gd name="connsiteY6" fmla="*/ 319751 h 491408"/>
                <a:gd name="connsiteX7" fmla="*/ 224071 w 331558"/>
                <a:gd name="connsiteY7" fmla="*/ 293843 h 491408"/>
                <a:gd name="connsiteX8" fmla="*/ 176446 w 331558"/>
                <a:gd name="connsiteY8" fmla="*/ 275650 h 491408"/>
                <a:gd name="connsiteX9" fmla="*/ 134536 w 331558"/>
                <a:gd name="connsiteY9" fmla="*/ 262887 h 491408"/>
                <a:gd name="connsiteX10" fmla="*/ 40429 w 331558"/>
                <a:gd name="connsiteY10" fmla="*/ 210118 h 491408"/>
                <a:gd name="connsiteX11" fmla="*/ 8997 w 331558"/>
                <a:gd name="connsiteY11" fmla="*/ 123726 h 491408"/>
                <a:gd name="connsiteX12" fmla="*/ 52240 w 331558"/>
                <a:gd name="connsiteY12" fmla="*/ 31810 h 491408"/>
                <a:gd name="connsiteX13" fmla="*/ 173684 w 331558"/>
                <a:gd name="connsiteY13" fmla="*/ -3 h 491408"/>
                <a:gd name="connsiteX14" fmla="*/ 317416 w 331558"/>
                <a:gd name="connsiteY14" fmla="*/ 23619 h 491408"/>
                <a:gd name="connsiteX15" fmla="*/ 308367 w 331558"/>
                <a:gd name="connsiteY15" fmla="*/ 79149 h 491408"/>
                <a:gd name="connsiteX16" fmla="*/ 175017 w 331558"/>
                <a:gd name="connsiteY16" fmla="*/ 56384 h 491408"/>
                <a:gd name="connsiteX17" fmla="*/ 96817 w 331558"/>
                <a:gd name="connsiteY17" fmla="*/ 72291 h 491408"/>
                <a:gd name="connsiteX18" fmla="*/ 71290 w 331558"/>
                <a:gd name="connsiteY18" fmla="*/ 121916 h 491408"/>
                <a:gd name="connsiteX19" fmla="*/ 81767 w 331558"/>
                <a:gd name="connsiteY19" fmla="*/ 161445 h 491408"/>
                <a:gd name="connsiteX20" fmla="*/ 110342 w 331558"/>
                <a:gd name="connsiteY20" fmla="*/ 186020 h 491408"/>
                <a:gd name="connsiteX21" fmla="*/ 161301 w 331558"/>
                <a:gd name="connsiteY21" fmla="*/ 206498 h 491408"/>
                <a:gd name="connsiteX22" fmla="*/ 204068 w 331558"/>
                <a:gd name="connsiteY22" fmla="*/ 221072 h 491408"/>
                <a:gd name="connsiteX23" fmla="*/ 298175 w 331558"/>
                <a:gd name="connsiteY23" fmla="*/ 273840 h 491408"/>
                <a:gd name="connsiteX24" fmla="*/ 290197 w 331558"/>
                <a:gd name="connsiteY24" fmla="*/ 452954 h 491408"/>
                <a:gd name="connsiteX25" fmla="*/ 285888 w 331558"/>
                <a:gd name="connsiteY25" fmla="*/ 456720 h 491408"/>
                <a:gd name="connsiteX26" fmla="*/ 158539 w 331558"/>
                <a:gd name="connsiteY26" fmla="*/ 491296 h 491408"/>
                <a:gd name="connsiteX27" fmla="*/ -148 w 331558"/>
                <a:gd name="connsiteY27" fmla="*/ 455673 h 49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558" h="491408">
                  <a:moveTo>
                    <a:pt x="-148" y="455673"/>
                  </a:moveTo>
                  <a:cubicBezTo>
                    <a:pt x="-251" y="436258"/>
                    <a:pt x="2805" y="416956"/>
                    <a:pt x="8901" y="398523"/>
                  </a:cubicBezTo>
                  <a:cubicBezTo>
                    <a:pt x="30942" y="410798"/>
                    <a:pt x="54703" y="419692"/>
                    <a:pt x="79386" y="424907"/>
                  </a:cubicBezTo>
                  <a:cubicBezTo>
                    <a:pt x="104919" y="430751"/>
                    <a:pt x="131014" y="433785"/>
                    <a:pt x="157206" y="433956"/>
                  </a:cubicBezTo>
                  <a:cubicBezTo>
                    <a:pt x="193591" y="433956"/>
                    <a:pt x="221499" y="428209"/>
                    <a:pt x="240930" y="416715"/>
                  </a:cubicBezTo>
                  <a:cubicBezTo>
                    <a:pt x="260195" y="405507"/>
                    <a:pt x="271477" y="384381"/>
                    <a:pt x="270077" y="362137"/>
                  </a:cubicBezTo>
                  <a:cubicBezTo>
                    <a:pt x="270636" y="346911"/>
                    <a:pt x="265963" y="331952"/>
                    <a:pt x="256837" y="319751"/>
                  </a:cubicBezTo>
                  <a:cubicBezTo>
                    <a:pt x="248120" y="308642"/>
                    <a:pt x="236890" y="299762"/>
                    <a:pt x="224071" y="293843"/>
                  </a:cubicBezTo>
                  <a:cubicBezTo>
                    <a:pt x="208557" y="286872"/>
                    <a:pt x="192656" y="280797"/>
                    <a:pt x="176446" y="275650"/>
                  </a:cubicBezTo>
                  <a:lnTo>
                    <a:pt x="134536" y="262887"/>
                  </a:lnTo>
                  <a:cubicBezTo>
                    <a:pt x="92753" y="250187"/>
                    <a:pt x="61384" y="232597"/>
                    <a:pt x="40429" y="210118"/>
                  </a:cubicBezTo>
                  <a:cubicBezTo>
                    <a:pt x="19035" y="186552"/>
                    <a:pt x="7748" y="155530"/>
                    <a:pt x="8997" y="123726"/>
                  </a:cubicBezTo>
                  <a:cubicBezTo>
                    <a:pt x="8997" y="83721"/>
                    <a:pt x="23411" y="53083"/>
                    <a:pt x="52240" y="31810"/>
                  </a:cubicBezTo>
                  <a:cubicBezTo>
                    <a:pt x="81069" y="10538"/>
                    <a:pt x="121550" y="-67"/>
                    <a:pt x="173684" y="-3"/>
                  </a:cubicBezTo>
                  <a:cubicBezTo>
                    <a:pt x="222647" y="-1155"/>
                    <a:pt x="271396" y="6857"/>
                    <a:pt x="317416" y="23619"/>
                  </a:cubicBezTo>
                  <a:cubicBezTo>
                    <a:pt x="316519" y="42413"/>
                    <a:pt x="313483" y="61043"/>
                    <a:pt x="308367" y="79149"/>
                  </a:cubicBezTo>
                  <a:cubicBezTo>
                    <a:pt x="265623" y="63699"/>
                    <a:pt x="220467" y="55990"/>
                    <a:pt x="175017" y="56384"/>
                  </a:cubicBezTo>
                  <a:cubicBezTo>
                    <a:pt x="139902" y="56384"/>
                    <a:pt x="113835" y="61687"/>
                    <a:pt x="96817" y="72291"/>
                  </a:cubicBezTo>
                  <a:cubicBezTo>
                    <a:pt x="79807" y="82860"/>
                    <a:pt x="69996" y="101933"/>
                    <a:pt x="71290" y="121916"/>
                  </a:cubicBezTo>
                  <a:cubicBezTo>
                    <a:pt x="70632" y="135857"/>
                    <a:pt x="74291" y="149661"/>
                    <a:pt x="81767" y="161445"/>
                  </a:cubicBezTo>
                  <a:cubicBezTo>
                    <a:pt x="89149" y="171841"/>
                    <a:pt x="98959" y="180277"/>
                    <a:pt x="110342" y="186020"/>
                  </a:cubicBezTo>
                  <a:cubicBezTo>
                    <a:pt x="126766" y="194169"/>
                    <a:pt x="143805" y="201016"/>
                    <a:pt x="161301" y="206498"/>
                  </a:cubicBezTo>
                  <a:lnTo>
                    <a:pt x="204068" y="221072"/>
                  </a:lnTo>
                  <a:cubicBezTo>
                    <a:pt x="238858" y="231712"/>
                    <a:pt x="270952" y="249708"/>
                    <a:pt x="298175" y="273840"/>
                  </a:cubicBezTo>
                  <a:cubicBezTo>
                    <a:pt x="345433" y="325504"/>
                    <a:pt x="341861" y="405696"/>
                    <a:pt x="290197" y="452954"/>
                  </a:cubicBezTo>
                  <a:cubicBezTo>
                    <a:pt x="288789" y="454242"/>
                    <a:pt x="287353" y="455497"/>
                    <a:pt x="285888" y="456720"/>
                  </a:cubicBezTo>
                  <a:cubicBezTo>
                    <a:pt x="255598" y="479771"/>
                    <a:pt x="213149" y="491296"/>
                    <a:pt x="158539" y="491296"/>
                  </a:cubicBezTo>
                  <a:cubicBezTo>
                    <a:pt x="93959" y="491233"/>
                    <a:pt x="41064" y="479358"/>
                    <a:pt x="-148" y="455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61B9557E-1D6E-BC41-926A-13F135C2BA0B}"/>
                </a:ext>
              </a:extLst>
            </p:cNvPr>
            <p:cNvSpPr/>
            <p:nvPr/>
          </p:nvSpPr>
          <p:spPr>
            <a:xfrm>
              <a:off x="2209799" y="2171700"/>
              <a:ext cx="7768018" cy="1360931"/>
            </a:xfrm>
            <a:custGeom>
              <a:avLst/>
              <a:gdLst>
                <a:gd name="connsiteX0" fmla="*/ 1025121 w 7768018"/>
                <a:gd name="connsiteY0" fmla="*/ 623204 h 1360931"/>
                <a:gd name="connsiteX1" fmla="*/ 983878 w 7768018"/>
                <a:gd name="connsiteY1" fmla="*/ 481567 h 1360931"/>
                <a:gd name="connsiteX2" fmla="*/ 760135 w 7768018"/>
                <a:gd name="connsiteY2" fmla="*/ 93614 h 1360931"/>
                <a:gd name="connsiteX3" fmla="*/ 724702 w 7768018"/>
                <a:gd name="connsiteY3" fmla="*/ -112 h 1360931"/>
                <a:gd name="connsiteX4" fmla="*/ 715177 w 7768018"/>
                <a:gd name="connsiteY4" fmla="*/ 16080 h 1360931"/>
                <a:gd name="connsiteX5" fmla="*/ 715177 w 7768018"/>
                <a:gd name="connsiteY5" fmla="*/ 326405 h 1360931"/>
                <a:gd name="connsiteX6" fmla="*/ 894343 w 7768018"/>
                <a:gd name="connsiteY6" fmla="*/ 636729 h 1360931"/>
                <a:gd name="connsiteX7" fmla="*/ 894343 w 7768018"/>
                <a:gd name="connsiteY7" fmla="*/ 947054 h 1360931"/>
                <a:gd name="connsiteX8" fmla="*/ 884818 w 7768018"/>
                <a:gd name="connsiteY8" fmla="*/ 963246 h 1360931"/>
                <a:gd name="connsiteX9" fmla="*/ 849385 w 7768018"/>
                <a:gd name="connsiteY9" fmla="*/ 869521 h 1360931"/>
                <a:gd name="connsiteX10" fmla="*/ 685364 w 7768018"/>
                <a:gd name="connsiteY10" fmla="*/ 585390 h 1360931"/>
                <a:gd name="connsiteX11" fmla="*/ 580589 w 7768018"/>
                <a:gd name="connsiteY11" fmla="*/ 404415 h 1360931"/>
                <a:gd name="connsiteX12" fmla="*/ 545156 w 7768018"/>
                <a:gd name="connsiteY12" fmla="*/ 310689 h 1360931"/>
                <a:gd name="connsiteX13" fmla="*/ 535631 w 7768018"/>
                <a:gd name="connsiteY13" fmla="*/ 326881 h 1360931"/>
                <a:gd name="connsiteX14" fmla="*/ 535155 w 7768018"/>
                <a:gd name="connsiteY14" fmla="*/ 636253 h 1360931"/>
                <a:gd name="connsiteX15" fmla="*/ 535155 w 7768018"/>
                <a:gd name="connsiteY15" fmla="*/ 636253 h 1360931"/>
                <a:gd name="connsiteX16" fmla="*/ 714892 w 7768018"/>
                <a:gd name="connsiteY16" fmla="*/ 947530 h 1360931"/>
                <a:gd name="connsiteX17" fmla="*/ 714892 w 7768018"/>
                <a:gd name="connsiteY17" fmla="*/ 1257855 h 1360931"/>
                <a:gd name="connsiteX18" fmla="*/ 705367 w 7768018"/>
                <a:gd name="connsiteY18" fmla="*/ 1274047 h 1360931"/>
                <a:gd name="connsiteX19" fmla="*/ 669934 w 7768018"/>
                <a:gd name="connsiteY19" fmla="*/ 1180321 h 1360931"/>
                <a:gd name="connsiteX20" fmla="*/ 446001 w 7768018"/>
                <a:gd name="connsiteY20" fmla="*/ 792368 h 1360931"/>
                <a:gd name="connsiteX21" fmla="*/ 404758 w 7768018"/>
                <a:gd name="connsiteY21" fmla="*/ 623775 h 1360931"/>
                <a:gd name="connsiteX22" fmla="*/ -150 w 7768018"/>
                <a:gd name="connsiteY22" fmla="*/ 972962 h 1360931"/>
                <a:gd name="connsiteX23" fmla="*/ 715082 w 7768018"/>
                <a:gd name="connsiteY23" fmla="*/ 1360820 h 1360931"/>
                <a:gd name="connsiteX24" fmla="*/ 1430314 w 7768018"/>
                <a:gd name="connsiteY24" fmla="*/ 972962 h 1360931"/>
                <a:gd name="connsiteX25" fmla="*/ 1025121 w 7768018"/>
                <a:gd name="connsiteY25" fmla="*/ 623204 h 1360931"/>
                <a:gd name="connsiteX26" fmla="*/ 1700443 w 7768018"/>
                <a:gd name="connsiteY26" fmla="*/ 1285954 h 1360931"/>
                <a:gd name="connsiteX27" fmla="*/ 1725970 w 7768018"/>
                <a:gd name="connsiteY27" fmla="*/ 1150317 h 1360931"/>
                <a:gd name="connsiteX28" fmla="*/ 1971811 w 7768018"/>
                <a:gd name="connsiteY28" fmla="*/ 1202705 h 1360931"/>
                <a:gd name="connsiteX29" fmla="*/ 2166597 w 7768018"/>
                <a:gd name="connsiteY29" fmla="*/ 1083071 h 1360931"/>
                <a:gd name="connsiteX30" fmla="*/ 1989242 w 7768018"/>
                <a:gd name="connsiteY30" fmla="*/ 913812 h 1360931"/>
                <a:gd name="connsiteX31" fmla="*/ 1920757 w 7768018"/>
                <a:gd name="connsiteY31" fmla="*/ 884284 h 1360931"/>
                <a:gd name="connsiteX32" fmla="*/ 1708444 w 7768018"/>
                <a:gd name="connsiteY32" fmla="*/ 615584 h 1360931"/>
                <a:gd name="connsiteX33" fmla="*/ 2032294 w 7768018"/>
                <a:gd name="connsiteY33" fmla="*/ 364315 h 1360931"/>
                <a:gd name="connsiteX34" fmla="*/ 2278230 w 7768018"/>
                <a:gd name="connsiteY34" fmla="*/ 403272 h 1360931"/>
                <a:gd name="connsiteX35" fmla="*/ 2251369 w 7768018"/>
                <a:gd name="connsiteY35" fmla="*/ 537670 h 1360931"/>
                <a:gd name="connsiteX36" fmla="*/ 2030961 w 7768018"/>
                <a:gd name="connsiteY36" fmla="*/ 498712 h 1360931"/>
                <a:gd name="connsiteX37" fmla="*/ 1860368 w 7768018"/>
                <a:gd name="connsiteY37" fmla="*/ 615584 h 1360931"/>
                <a:gd name="connsiteX38" fmla="*/ 2006767 w 7768018"/>
                <a:gd name="connsiteY38" fmla="*/ 766079 h 1360931"/>
                <a:gd name="connsiteX39" fmla="*/ 2079348 w 7768018"/>
                <a:gd name="connsiteY39" fmla="*/ 796940 h 1360931"/>
                <a:gd name="connsiteX40" fmla="*/ 2321188 w 7768018"/>
                <a:gd name="connsiteY40" fmla="*/ 1076404 h 1360931"/>
                <a:gd name="connsiteX41" fmla="*/ 1975907 w 7768018"/>
                <a:gd name="connsiteY41" fmla="*/ 1337008 h 1360931"/>
                <a:gd name="connsiteX42" fmla="*/ 1700443 w 7768018"/>
                <a:gd name="connsiteY42" fmla="*/ 1285954 h 1360931"/>
                <a:gd name="connsiteX43" fmla="*/ 3042611 w 7768018"/>
                <a:gd name="connsiteY43" fmla="*/ 643778 h 1360931"/>
                <a:gd name="connsiteX44" fmla="*/ 3042611 w 7768018"/>
                <a:gd name="connsiteY44" fmla="*/ 1315576 h 1360931"/>
                <a:gd name="connsiteX45" fmla="*/ 2906880 w 7768018"/>
                <a:gd name="connsiteY45" fmla="*/ 1315576 h 1360931"/>
                <a:gd name="connsiteX46" fmla="*/ 2898879 w 7768018"/>
                <a:gd name="connsiteY46" fmla="*/ 1234900 h 1360931"/>
                <a:gd name="connsiteX47" fmla="*/ 2709427 w 7768018"/>
                <a:gd name="connsiteY47" fmla="*/ 1331674 h 1360931"/>
                <a:gd name="connsiteX48" fmla="*/ 2414152 w 7768018"/>
                <a:gd name="connsiteY48" fmla="*/ 976962 h 1360931"/>
                <a:gd name="connsiteX49" fmla="*/ 2788961 w 7768018"/>
                <a:gd name="connsiteY49" fmla="*/ 606154 h 1360931"/>
                <a:gd name="connsiteX50" fmla="*/ 3042611 w 7768018"/>
                <a:gd name="connsiteY50" fmla="*/ 643397 h 1360931"/>
                <a:gd name="connsiteX51" fmla="*/ 2894783 w 7768018"/>
                <a:gd name="connsiteY51" fmla="*/ 1162129 h 1360931"/>
                <a:gd name="connsiteX52" fmla="*/ 2894783 w 7768018"/>
                <a:gd name="connsiteY52" fmla="*/ 740171 h 1360931"/>
                <a:gd name="connsiteX53" fmla="*/ 2788674 w 7768018"/>
                <a:gd name="connsiteY53" fmla="*/ 732075 h 1360931"/>
                <a:gd name="connsiteX54" fmla="*/ 2564266 w 7768018"/>
                <a:gd name="connsiteY54" fmla="*/ 976582 h 1360931"/>
                <a:gd name="connsiteX55" fmla="*/ 2751051 w 7768018"/>
                <a:gd name="connsiteY55" fmla="*/ 1210325 h 1360931"/>
                <a:gd name="connsiteX56" fmla="*/ 2894783 w 7768018"/>
                <a:gd name="connsiteY56" fmla="*/ 1162129 h 1360931"/>
                <a:gd name="connsiteX57" fmla="*/ 3798611 w 7768018"/>
                <a:gd name="connsiteY57" fmla="*/ 863710 h 1360931"/>
                <a:gd name="connsiteX58" fmla="*/ 3798611 w 7768018"/>
                <a:gd name="connsiteY58" fmla="*/ 1315195 h 1360931"/>
                <a:gd name="connsiteX59" fmla="*/ 3651259 w 7768018"/>
                <a:gd name="connsiteY59" fmla="*/ 1315195 h 1360931"/>
                <a:gd name="connsiteX60" fmla="*/ 3651259 w 7768018"/>
                <a:gd name="connsiteY60" fmla="*/ 889237 h 1360931"/>
                <a:gd name="connsiteX61" fmla="*/ 3468474 w 7768018"/>
                <a:gd name="connsiteY61" fmla="*/ 732075 h 1360931"/>
                <a:gd name="connsiteX62" fmla="*/ 3351603 w 7768018"/>
                <a:gd name="connsiteY62" fmla="*/ 743029 h 1360931"/>
                <a:gd name="connsiteX63" fmla="*/ 3351602 w 7768018"/>
                <a:gd name="connsiteY63" fmla="*/ 1315386 h 1360931"/>
                <a:gd name="connsiteX64" fmla="*/ 3203869 w 7768018"/>
                <a:gd name="connsiteY64" fmla="*/ 1315386 h 1360931"/>
                <a:gd name="connsiteX65" fmla="*/ 3203869 w 7768018"/>
                <a:gd name="connsiteY65" fmla="*/ 643397 h 1360931"/>
                <a:gd name="connsiteX66" fmla="*/ 3472570 w 7768018"/>
                <a:gd name="connsiteY66" fmla="*/ 605773 h 1360931"/>
                <a:gd name="connsiteX67" fmla="*/ 3798611 w 7768018"/>
                <a:gd name="connsiteY67" fmla="*/ 863710 h 1360931"/>
                <a:gd name="connsiteX68" fmla="*/ 4208186 w 7768018"/>
                <a:gd name="connsiteY68" fmla="*/ 1204991 h 1360931"/>
                <a:gd name="connsiteX69" fmla="*/ 4323819 w 7768018"/>
                <a:gd name="connsiteY69" fmla="*/ 1184798 h 1360931"/>
                <a:gd name="connsiteX70" fmla="*/ 4306293 w 7768018"/>
                <a:gd name="connsiteY70" fmla="*/ 1309766 h 1360931"/>
                <a:gd name="connsiteX71" fmla="*/ 4181325 w 7768018"/>
                <a:gd name="connsiteY71" fmla="*/ 1331292 h 1360931"/>
                <a:gd name="connsiteX72" fmla="*/ 3946248 w 7768018"/>
                <a:gd name="connsiteY72" fmla="*/ 1101550 h 1360931"/>
                <a:gd name="connsiteX73" fmla="*/ 3946248 w 7768018"/>
                <a:gd name="connsiteY73" fmla="*/ 396699 h 1360931"/>
                <a:gd name="connsiteX74" fmla="*/ 4094076 w 7768018"/>
                <a:gd name="connsiteY74" fmla="*/ 375173 h 1360931"/>
                <a:gd name="connsiteX75" fmla="*/ 4094076 w 7768018"/>
                <a:gd name="connsiteY75" fmla="*/ 628729 h 1360931"/>
                <a:gd name="connsiteX76" fmla="*/ 4327820 w 7768018"/>
                <a:gd name="connsiteY76" fmla="*/ 628729 h 1360931"/>
                <a:gd name="connsiteX77" fmla="*/ 4314390 w 7768018"/>
                <a:gd name="connsiteY77" fmla="*/ 755030 h 1360931"/>
                <a:gd name="connsiteX78" fmla="*/ 4094648 w 7768018"/>
                <a:gd name="connsiteY78" fmla="*/ 755030 h 1360931"/>
                <a:gd name="connsiteX79" fmla="*/ 4094648 w 7768018"/>
                <a:gd name="connsiteY79" fmla="*/ 1084214 h 1360931"/>
                <a:gd name="connsiteX80" fmla="*/ 4208757 w 7768018"/>
                <a:gd name="connsiteY80" fmla="*/ 1204991 h 1360931"/>
                <a:gd name="connsiteX81" fmla="*/ 5000951 w 7768018"/>
                <a:gd name="connsiteY81" fmla="*/ 643016 h 1360931"/>
                <a:gd name="connsiteX82" fmla="*/ 5000951 w 7768018"/>
                <a:gd name="connsiteY82" fmla="*/ 1314814 h 1360931"/>
                <a:gd name="connsiteX83" fmla="*/ 4865411 w 7768018"/>
                <a:gd name="connsiteY83" fmla="*/ 1314814 h 1360931"/>
                <a:gd name="connsiteX84" fmla="*/ 4857409 w 7768018"/>
                <a:gd name="connsiteY84" fmla="*/ 1234138 h 1360931"/>
                <a:gd name="connsiteX85" fmla="*/ 4667958 w 7768018"/>
                <a:gd name="connsiteY85" fmla="*/ 1330912 h 1360931"/>
                <a:gd name="connsiteX86" fmla="*/ 4372683 w 7768018"/>
                <a:gd name="connsiteY86" fmla="*/ 976200 h 1360931"/>
                <a:gd name="connsiteX87" fmla="*/ 4747491 w 7768018"/>
                <a:gd name="connsiteY87" fmla="*/ 605392 h 1360931"/>
                <a:gd name="connsiteX88" fmla="*/ 5001523 w 7768018"/>
                <a:gd name="connsiteY88" fmla="*/ 643397 h 1360931"/>
                <a:gd name="connsiteX89" fmla="*/ 4853695 w 7768018"/>
                <a:gd name="connsiteY89" fmla="*/ 1162129 h 1360931"/>
                <a:gd name="connsiteX90" fmla="*/ 4853695 w 7768018"/>
                <a:gd name="connsiteY90" fmla="*/ 740171 h 1360931"/>
                <a:gd name="connsiteX91" fmla="*/ 4747586 w 7768018"/>
                <a:gd name="connsiteY91" fmla="*/ 732075 h 1360931"/>
                <a:gd name="connsiteX92" fmla="*/ 4523177 w 7768018"/>
                <a:gd name="connsiteY92" fmla="*/ 976582 h 1360931"/>
                <a:gd name="connsiteX93" fmla="*/ 4709963 w 7768018"/>
                <a:gd name="connsiteY93" fmla="*/ 1210325 h 1360931"/>
                <a:gd name="connsiteX94" fmla="*/ 4853695 w 7768018"/>
                <a:gd name="connsiteY94" fmla="*/ 1162129 h 1360931"/>
                <a:gd name="connsiteX95" fmla="*/ 5757903 w 7768018"/>
                <a:gd name="connsiteY95" fmla="*/ 863805 h 1360931"/>
                <a:gd name="connsiteX96" fmla="*/ 5757903 w 7768018"/>
                <a:gd name="connsiteY96" fmla="*/ 1315291 h 1360931"/>
                <a:gd name="connsiteX97" fmla="*/ 5610170 w 7768018"/>
                <a:gd name="connsiteY97" fmla="*/ 1315291 h 1360931"/>
                <a:gd name="connsiteX98" fmla="*/ 5610170 w 7768018"/>
                <a:gd name="connsiteY98" fmla="*/ 889237 h 1360931"/>
                <a:gd name="connsiteX99" fmla="*/ 5427386 w 7768018"/>
                <a:gd name="connsiteY99" fmla="*/ 732075 h 1360931"/>
                <a:gd name="connsiteX100" fmla="*/ 5310514 w 7768018"/>
                <a:gd name="connsiteY100" fmla="*/ 743029 h 1360931"/>
                <a:gd name="connsiteX101" fmla="*/ 5310514 w 7768018"/>
                <a:gd name="connsiteY101" fmla="*/ 1315386 h 1360931"/>
                <a:gd name="connsiteX102" fmla="*/ 5162781 w 7768018"/>
                <a:gd name="connsiteY102" fmla="*/ 1315386 h 1360931"/>
                <a:gd name="connsiteX103" fmla="*/ 5162781 w 7768018"/>
                <a:gd name="connsiteY103" fmla="*/ 643397 h 1360931"/>
                <a:gd name="connsiteX104" fmla="*/ 5431481 w 7768018"/>
                <a:gd name="connsiteY104" fmla="*/ 605773 h 1360931"/>
                <a:gd name="connsiteX105" fmla="*/ 5757903 w 7768018"/>
                <a:gd name="connsiteY105" fmla="*/ 863710 h 1360931"/>
                <a:gd name="connsiteX106" fmla="*/ 6507616 w 7768018"/>
                <a:gd name="connsiteY106" fmla="*/ 374792 h 1360931"/>
                <a:gd name="connsiteX107" fmla="*/ 6507616 w 7768018"/>
                <a:gd name="connsiteY107" fmla="*/ 1315291 h 1360931"/>
                <a:gd name="connsiteX108" fmla="*/ 6371884 w 7768018"/>
                <a:gd name="connsiteY108" fmla="*/ 1315291 h 1360931"/>
                <a:gd name="connsiteX109" fmla="*/ 6363884 w 7768018"/>
                <a:gd name="connsiteY109" fmla="*/ 1229566 h 1360931"/>
                <a:gd name="connsiteX110" fmla="*/ 6171765 w 7768018"/>
                <a:gd name="connsiteY110" fmla="*/ 1331674 h 1360931"/>
                <a:gd name="connsiteX111" fmla="*/ 5876490 w 7768018"/>
                <a:gd name="connsiteY111" fmla="*/ 976962 h 1360931"/>
                <a:gd name="connsiteX112" fmla="*/ 6251298 w 7768018"/>
                <a:gd name="connsiteY112" fmla="*/ 606154 h 1360931"/>
                <a:gd name="connsiteX113" fmla="*/ 6360836 w 7768018"/>
                <a:gd name="connsiteY113" fmla="*/ 616537 h 1360931"/>
                <a:gd name="connsiteX114" fmla="*/ 6360836 w 7768018"/>
                <a:gd name="connsiteY114" fmla="*/ 394890 h 1360931"/>
                <a:gd name="connsiteX115" fmla="*/ 6507616 w 7768018"/>
                <a:gd name="connsiteY115" fmla="*/ 374697 h 1360931"/>
                <a:gd name="connsiteX116" fmla="*/ 6360836 w 7768018"/>
                <a:gd name="connsiteY116" fmla="*/ 1159271 h 1360931"/>
                <a:gd name="connsiteX117" fmla="*/ 6360836 w 7768018"/>
                <a:gd name="connsiteY117" fmla="*/ 745505 h 1360931"/>
                <a:gd name="connsiteX118" fmla="*/ 6242535 w 7768018"/>
                <a:gd name="connsiteY118" fmla="*/ 732075 h 1360931"/>
                <a:gd name="connsiteX119" fmla="*/ 6026318 w 7768018"/>
                <a:gd name="connsiteY119" fmla="*/ 976582 h 1360931"/>
                <a:gd name="connsiteX120" fmla="*/ 6213007 w 7768018"/>
                <a:gd name="connsiteY120" fmla="*/ 1210325 h 1360931"/>
                <a:gd name="connsiteX121" fmla="*/ 6360836 w 7768018"/>
                <a:gd name="connsiteY121" fmla="*/ 1159271 h 1360931"/>
                <a:gd name="connsiteX122" fmla="*/ 7250185 w 7768018"/>
                <a:gd name="connsiteY122" fmla="*/ 1027636 h 1360931"/>
                <a:gd name="connsiteX123" fmla="*/ 6778697 w 7768018"/>
                <a:gd name="connsiteY123" fmla="*/ 1027636 h 1360931"/>
                <a:gd name="connsiteX124" fmla="*/ 6999011 w 7768018"/>
                <a:gd name="connsiteY124" fmla="*/ 1204991 h 1360931"/>
                <a:gd name="connsiteX125" fmla="*/ 7235421 w 7768018"/>
                <a:gd name="connsiteY125" fmla="*/ 1153937 h 1360931"/>
                <a:gd name="connsiteX126" fmla="*/ 7212561 w 7768018"/>
                <a:gd name="connsiteY126" fmla="*/ 1288240 h 1360931"/>
                <a:gd name="connsiteX127" fmla="*/ 6994915 w 7768018"/>
                <a:gd name="connsiteY127" fmla="*/ 1331292 h 1360931"/>
                <a:gd name="connsiteX128" fmla="*/ 6628202 w 7768018"/>
                <a:gd name="connsiteY128" fmla="*/ 964485 h 1360931"/>
                <a:gd name="connsiteX129" fmla="*/ 6955957 w 7768018"/>
                <a:gd name="connsiteY129" fmla="*/ 605773 h 1360931"/>
                <a:gd name="connsiteX130" fmla="*/ 7258281 w 7768018"/>
                <a:gd name="connsiteY130" fmla="*/ 913431 h 1360931"/>
                <a:gd name="connsiteX131" fmla="*/ 7250566 w 7768018"/>
                <a:gd name="connsiteY131" fmla="*/ 1027636 h 1360931"/>
                <a:gd name="connsiteX132" fmla="*/ 6775935 w 7768018"/>
                <a:gd name="connsiteY132" fmla="*/ 903811 h 1360931"/>
                <a:gd name="connsiteX133" fmla="*/ 7109310 w 7768018"/>
                <a:gd name="connsiteY133" fmla="*/ 903811 h 1360931"/>
                <a:gd name="connsiteX134" fmla="*/ 6948147 w 7768018"/>
                <a:gd name="connsiteY134" fmla="*/ 729217 h 1360931"/>
                <a:gd name="connsiteX135" fmla="*/ 6776316 w 7768018"/>
                <a:gd name="connsiteY135" fmla="*/ 904001 h 1360931"/>
                <a:gd name="connsiteX136" fmla="*/ 7767488 w 7768018"/>
                <a:gd name="connsiteY136" fmla="*/ 611012 h 1360931"/>
                <a:gd name="connsiteX137" fmla="*/ 7754058 w 7768018"/>
                <a:gd name="connsiteY137" fmla="*/ 737313 h 1360931"/>
                <a:gd name="connsiteX138" fmla="*/ 7642520 w 7768018"/>
                <a:gd name="connsiteY138" fmla="*/ 731884 h 1360931"/>
                <a:gd name="connsiteX139" fmla="*/ 7533744 w 7768018"/>
                <a:gd name="connsiteY139" fmla="*/ 739980 h 1360931"/>
                <a:gd name="connsiteX140" fmla="*/ 7533744 w 7768018"/>
                <a:gd name="connsiteY140" fmla="*/ 1315005 h 1360931"/>
                <a:gd name="connsiteX141" fmla="*/ 7386297 w 7768018"/>
                <a:gd name="connsiteY141" fmla="*/ 1315005 h 1360931"/>
                <a:gd name="connsiteX142" fmla="*/ 7386297 w 7768018"/>
                <a:gd name="connsiteY142" fmla="*/ 643397 h 1360931"/>
                <a:gd name="connsiteX143" fmla="*/ 7638900 w 7768018"/>
                <a:gd name="connsiteY143" fmla="*/ 605773 h 1360931"/>
                <a:gd name="connsiteX144" fmla="*/ 7767868 w 7768018"/>
                <a:gd name="connsiteY144" fmla="*/ 611203 h 136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7768018" h="1360931">
                  <a:moveTo>
                    <a:pt x="1025121" y="623204"/>
                  </a:moveTo>
                  <a:cubicBezTo>
                    <a:pt x="1022950" y="573364"/>
                    <a:pt x="1008803" y="524781"/>
                    <a:pt x="983878" y="481567"/>
                  </a:cubicBezTo>
                  <a:lnTo>
                    <a:pt x="760135" y="93614"/>
                  </a:lnTo>
                  <a:cubicBezTo>
                    <a:pt x="743249" y="64534"/>
                    <a:pt x="731277" y="32866"/>
                    <a:pt x="724702" y="-112"/>
                  </a:cubicBezTo>
                  <a:lnTo>
                    <a:pt x="715177" y="16080"/>
                  </a:lnTo>
                  <a:cubicBezTo>
                    <a:pt x="659743" y="112095"/>
                    <a:pt x="659743" y="230390"/>
                    <a:pt x="715177" y="326405"/>
                  </a:cubicBezTo>
                  <a:lnTo>
                    <a:pt x="894343" y="636729"/>
                  </a:lnTo>
                  <a:cubicBezTo>
                    <a:pt x="949777" y="732744"/>
                    <a:pt x="949777" y="851039"/>
                    <a:pt x="894343" y="947054"/>
                  </a:cubicBezTo>
                  <a:lnTo>
                    <a:pt x="884818" y="963246"/>
                  </a:lnTo>
                  <a:cubicBezTo>
                    <a:pt x="878157" y="930293"/>
                    <a:pt x="866190" y="898639"/>
                    <a:pt x="849385" y="869521"/>
                  </a:cubicBezTo>
                  <a:lnTo>
                    <a:pt x="685364" y="585390"/>
                  </a:lnTo>
                  <a:lnTo>
                    <a:pt x="580589" y="404415"/>
                  </a:lnTo>
                  <a:cubicBezTo>
                    <a:pt x="563703" y="375335"/>
                    <a:pt x="551731" y="343667"/>
                    <a:pt x="545156" y="310689"/>
                  </a:cubicBezTo>
                  <a:lnTo>
                    <a:pt x="535631" y="326881"/>
                  </a:lnTo>
                  <a:cubicBezTo>
                    <a:pt x="480435" y="422574"/>
                    <a:pt x="480253" y="540391"/>
                    <a:pt x="535155" y="636253"/>
                  </a:cubicBezTo>
                  <a:lnTo>
                    <a:pt x="535155" y="636253"/>
                  </a:lnTo>
                  <a:lnTo>
                    <a:pt x="714892" y="947530"/>
                  </a:lnTo>
                  <a:cubicBezTo>
                    <a:pt x="770326" y="1043545"/>
                    <a:pt x="770326" y="1161840"/>
                    <a:pt x="714892" y="1257855"/>
                  </a:cubicBezTo>
                  <a:lnTo>
                    <a:pt x="705367" y="1274047"/>
                  </a:lnTo>
                  <a:cubicBezTo>
                    <a:pt x="698706" y="1241094"/>
                    <a:pt x="686739" y="1209440"/>
                    <a:pt x="669934" y="1180321"/>
                  </a:cubicBezTo>
                  <a:lnTo>
                    <a:pt x="446001" y="792368"/>
                  </a:lnTo>
                  <a:cubicBezTo>
                    <a:pt x="416428" y="741265"/>
                    <a:pt x="402116" y="682759"/>
                    <a:pt x="404758" y="623775"/>
                  </a:cubicBezTo>
                  <a:cubicBezTo>
                    <a:pt x="165394" y="685879"/>
                    <a:pt x="-150" y="819229"/>
                    <a:pt x="-150" y="972962"/>
                  </a:cubicBezTo>
                  <a:cubicBezTo>
                    <a:pt x="-150" y="1187179"/>
                    <a:pt x="320080" y="1360820"/>
                    <a:pt x="715082" y="1360820"/>
                  </a:cubicBezTo>
                  <a:cubicBezTo>
                    <a:pt x="1110084" y="1360820"/>
                    <a:pt x="1430314" y="1187179"/>
                    <a:pt x="1430314" y="972962"/>
                  </a:cubicBezTo>
                  <a:cubicBezTo>
                    <a:pt x="1430314" y="819229"/>
                    <a:pt x="1264960" y="685879"/>
                    <a:pt x="1025121" y="623204"/>
                  </a:cubicBezTo>
                  <a:close/>
                  <a:moveTo>
                    <a:pt x="1700443" y="1285954"/>
                  </a:moveTo>
                  <a:cubicBezTo>
                    <a:pt x="1701890" y="1239694"/>
                    <a:pt x="1710501" y="1193938"/>
                    <a:pt x="1725970" y="1150317"/>
                  </a:cubicBezTo>
                  <a:cubicBezTo>
                    <a:pt x="1803555" y="1184152"/>
                    <a:pt x="1887173" y="1201970"/>
                    <a:pt x="1971811" y="1202705"/>
                  </a:cubicBezTo>
                  <a:cubicBezTo>
                    <a:pt x="2096779" y="1202705"/>
                    <a:pt x="2166597" y="1162414"/>
                    <a:pt x="2166597" y="1083071"/>
                  </a:cubicBezTo>
                  <a:cubicBezTo>
                    <a:pt x="2166597" y="1005157"/>
                    <a:pt x="2115543" y="968771"/>
                    <a:pt x="1989242" y="913812"/>
                  </a:cubicBezTo>
                  <a:lnTo>
                    <a:pt x="1920757" y="884284"/>
                  </a:lnTo>
                  <a:cubicBezTo>
                    <a:pt x="1794455" y="829230"/>
                    <a:pt x="1708444" y="757983"/>
                    <a:pt x="1708444" y="615584"/>
                  </a:cubicBezTo>
                  <a:cubicBezTo>
                    <a:pt x="1708444" y="462422"/>
                    <a:pt x="1814648" y="364315"/>
                    <a:pt x="2032294" y="364315"/>
                  </a:cubicBezTo>
                  <a:cubicBezTo>
                    <a:pt x="2115889" y="363268"/>
                    <a:pt x="2199052" y="376441"/>
                    <a:pt x="2278230" y="403272"/>
                  </a:cubicBezTo>
                  <a:cubicBezTo>
                    <a:pt x="2275260" y="449062"/>
                    <a:pt x="2266228" y="494255"/>
                    <a:pt x="2251369" y="537670"/>
                  </a:cubicBezTo>
                  <a:cubicBezTo>
                    <a:pt x="2180546" y="512639"/>
                    <a:pt x="2106074" y="499476"/>
                    <a:pt x="2030961" y="498712"/>
                  </a:cubicBezTo>
                  <a:cubicBezTo>
                    <a:pt x="1914089" y="498712"/>
                    <a:pt x="1860368" y="544337"/>
                    <a:pt x="1860368" y="615584"/>
                  </a:cubicBezTo>
                  <a:cubicBezTo>
                    <a:pt x="1860368" y="685402"/>
                    <a:pt x="1912756" y="725693"/>
                    <a:pt x="2006767" y="766079"/>
                  </a:cubicBezTo>
                  <a:lnTo>
                    <a:pt x="2079348" y="796940"/>
                  </a:lnTo>
                  <a:cubicBezTo>
                    <a:pt x="2249941" y="869521"/>
                    <a:pt x="2321188" y="946102"/>
                    <a:pt x="2321188" y="1076404"/>
                  </a:cubicBezTo>
                  <a:cubicBezTo>
                    <a:pt x="2321188" y="1230899"/>
                    <a:pt x="2204316" y="1337008"/>
                    <a:pt x="1975907" y="1337008"/>
                  </a:cubicBezTo>
                  <a:cubicBezTo>
                    <a:pt x="1865607" y="1336627"/>
                    <a:pt x="1775596" y="1320529"/>
                    <a:pt x="1700443" y="1285954"/>
                  </a:cubicBezTo>
                  <a:close/>
                  <a:moveTo>
                    <a:pt x="3042611" y="643778"/>
                  </a:moveTo>
                  <a:lnTo>
                    <a:pt x="3042611" y="1315576"/>
                  </a:lnTo>
                  <a:lnTo>
                    <a:pt x="2906880" y="1315576"/>
                  </a:lnTo>
                  <a:lnTo>
                    <a:pt x="2898879" y="1234900"/>
                  </a:lnTo>
                  <a:cubicBezTo>
                    <a:pt x="2860779" y="1294050"/>
                    <a:pt x="2803629" y="1331674"/>
                    <a:pt x="2709427" y="1331674"/>
                  </a:cubicBezTo>
                  <a:cubicBezTo>
                    <a:pt x="2532071" y="1331674"/>
                    <a:pt x="2414152" y="1202705"/>
                    <a:pt x="2414152" y="976962"/>
                  </a:cubicBezTo>
                  <a:cubicBezTo>
                    <a:pt x="2414152" y="740552"/>
                    <a:pt x="2540358" y="606154"/>
                    <a:pt x="2788961" y="606154"/>
                  </a:cubicBezTo>
                  <a:cubicBezTo>
                    <a:pt x="2885353" y="605773"/>
                    <a:pt x="2964697" y="616537"/>
                    <a:pt x="3042611" y="643397"/>
                  </a:cubicBezTo>
                  <a:close/>
                  <a:moveTo>
                    <a:pt x="2894783" y="1162129"/>
                  </a:moveTo>
                  <a:lnTo>
                    <a:pt x="2894783" y="740171"/>
                  </a:lnTo>
                  <a:cubicBezTo>
                    <a:pt x="2859721" y="734354"/>
                    <a:pt x="2824214" y="731645"/>
                    <a:pt x="2788674" y="732075"/>
                  </a:cubicBezTo>
                  <a:cubicBezTo>
                    <a:pt x="2635513" y="732075"/>
                    <a:pt x="2564266" y="826087"/>
                    <a:pt x="2564266" y="976582"/>
                  </a:cubicBezTo>
                  <a:cubicBezTo>
                    <a:pt x="2564266" y="1113646"/>
                    <a:pt x="2619416" y="1210325"/>
                    <a:pt x="2751051" y="1210325"/>
                  </a:cubicBezTo>
                  <a:cubicBezTo>
                    <a:pt x="2803011" y="1210835"/>
                    <a:pt x="2853634" y="1193860"/>
                    <a:pt x="2894783" y="1162129"/>
                  </a:cubicBezTo>
                  <a:close/>
                  <a:moveTo>
                    <a:pt x="3798611" y="863710"/>
                  </a:moveTo>
                  <a:lnTo>
                    <a:pt x="3798611" y="1315195"/>
                  </a:lnTo>
                  <a:lnTo>
                    <a:pt x="3651259" y="1315195"/>
                  </a:lnTo>
                  <a:lnTo>
                    <a:pt x="3651259" y="889237"/>
                  </a:lnTo>
                  <a:cubicBezTo>
                    <a:pt x="3651259" y="783129"/>
                    <a:pt x="3616302" y="732075"/>
                    <a:pt x="3468474" y="732075"/>
                  </a:cubicBezTo>
                  <a:cubicBezTo>
                    <a:pt x="3429288" y="732610"/>
                    <a:pt x="3390206" y="736273"/>
                    <a:pt x="3351603" y="743029"/>
                  </a:cubicBezTo>
                  <a:lnTo>
                    <a:pt x="3351602" y="1315386"/>
                  </a:lnTo>
                  <a:lnTo>
                    <a:pt x="3203869" y="1315386"/>
                  </a:lnTo>
                  <a:lnTo>
                    <a:pt x="3203869" y="643397"/>
                  </a:lnTo>
                  <a:cubicBezTo>
                    <a:pt x="3297881" y="620537"/>
                    <a:pt x="3401323" y="605773"/>
                    <a:pt x="3472570" y="605773"/>
                  </a:cubicBezTo>
                  <a:cubicBezTo>
                    <a:pt x="3719743" y="605773"/>
                    <a:pt x="3798611" y="701214"/>
                    <a:pt x="3798611" y="863710"/>
                  </a:cubicBezTo>
                  <a:close/>
                  <a:moveTo>
                    <a:pt x="4208186" y="1204991"/>
                  </a:moveTo>
                  <a:cubicBezTo>
                    <a:pt x="4247618" y="1205114"/>
                    <a:pt x="4286762" y="1198278"/>
                    <a:pt x="4323819" y="1184798"/>
                  </a:cubicBezTo>
                  <a:cubicBezTo>
                    <a:pt x="4319724" y="1225184"/>
                    <a:pt x="4314294" y="1270523"/>
                    <a:pt x="4306293" y="1309766"/>
                  </a:cubicBezTo>
                  <a:cubicBezTo>
                    <a:pt x="4266383" y="1324814"/>
                    <a:pt x="4223970" y="1332120"/>
                    <a:pt x="4181325" y="1331292"/>
                  </a:cubicBezTo>
                  <a:cubicBezTo>
                    <a:pt x="4037593" y="1331292"/>
                    <a:pt x="3946248" y="1265475"/>
                    <a:pt x="3946248" y="1101550"/>
                  </a:cubicBezTo>
                  <a:lnTo>
                    <a:pt x="3946248" y="396699"/>
                  </a:lnTo>
                  <a:cubicBezTo>
                    <a:pt x="3994206" y="382334"/>
                    <a:pt x="4044012" y="375081"/>
                    <a:pt x="4094076" y="375173"/>
                  </a:cubicBezTo>
                  <a:lnTo>
                    <a:pt x="4094076" y="628729"/>
                  </a:lnTo>
                  <a:lnTo>
                    <a:pt x="4327820" y="628729"/>
                  </a:lnTo>
                  <a:cubicBezTo>
                    <a:pt x="4325683" y="671045"/>
                    <a:pt x="4321199" y="713210"/>
                    <a:pt x="4314390" y="755030"/>
                  </a:cubicBezTo>
                  <a:lnTo>
                    <a:pt x="4094648" y="755030"/>
                  </a:lnTo>
                  <a:lnTo>
                    <a:pt x="4094648" y="1084214"/>
                  </a:lnTo>
                  <a:cubicBezTo>
                    <a:pt x="4094648" y="1171654"/>
                    <a:pt x="4137606" y="1204991"/>
                    <a:pt x="4208757" y="1204991"/>
                  </a:cubicBezTo>
                  <a:close/>
                  <a:moveTo>
                    <a:pt x="5000951" y="643016"/>
                  </a:moveTo>
                  <a:lnTo>
                    <a:pt x="5000951" y="1314814"/>
                  </a:lnTo>
                  <a:lnTo>
                    <a:pt x="4865411" y="1314814"/>
                  </a:lnTo>
                  <a:lnTo>
                    <a:pt x="4857409" y="1234138"/>
                  </a:lnTo>
                  <a:cubicBezTo>
                    <a:pt x="4819309" y="1293288"/>
                    <a:pt x="4762159" y="1330912"/>
                    <a:pt x="4667958" y="1330912"/>
                  </a:cubicBezTo>
                  <a:cubicBezTo>
                    <a:pt x="4490602" y="1330912"/>
                    <a:pt x="4372683" y="1201943"/>
                    <a:pt x="4372683" y="976200"/>
                  </a:cubicBezTo>
                  <a:cubicBezTo>
                    <a:pt x="4372683" y="739790"/>
                    <a:pt x="4498889" y="605392"/>
                    <a:pt x="4747491" y="605392"/>
                  </a:cubicBezTo>
                  <a:cubicBezTo>
                    <a:pt x="4844265" y="605773"/>
                    <a:pt x="4923608" y="616537"/>
                    <a:pt x="5001523" y="643397"/>
                  </a:cubicBezTo>
                  <a:close/>
                  <a:moveTo>
                    <a:pt x="4853695" y="1162129"/>
                  </a:moveTo>
                  <a:lnTo>
                    <a:pt x="4853695" y="740171"/>
                  </a:lnTo>
                  <a:cubicBezTo>
                    <a:pt x="4818633" y="734354"/>
                    <a:pt x="4783126" y="731645"/>
                    <a:pt x="4747586" y="732075"/>
                  </a:cubicBezTo>
                  <a:cubicBezTo>
                    <a:pt x="4594424" y="732075"/>
                    <a:pt x="4523177" y="826087"/>
                    <a:pt x="4523177" y="976582"/>
                  </a:cubicBezTo>
                  <a:cubicBezTo>
                    <a:pt x="4523177" y="1113646"/>
                    <a:pt x="4578327" y="1210325"/>
                    <a:pt x="4709963" y="1210325"/>
                  </a:cubicBezTo>
                  <a:cubicBezTo>
                    <a:pt x="4761923" y="1210835"/>
                    <a:pt x="4812546" y="1193860"/>
                    <a:pt x="4853695" y="1162129"/>
                  </a:cubicBezTo>
                  <a:close/>
                  <a:moveTo>
                    <a:pt x="5757903" y="863805"/>
                  </a:moveTo>
                  <a:lnTo>
                    <a:pt x="5757903" y="1315291"/>
                  </a:lnTo>
                  <a:lnTo>
                    <a:pt x="5610170" y="1315291"/>
                  </a:lnTo>
                  <a:lnTo>
                    <a:pt x="5610170" y="889237"/>
                  </a:lnTo>
                  <a:cubicBezTo>
                    <a:pt x="5610170" y="783129"/>
                    <a:pt x="5575214" y="732075"/>
                    <a:pt x="5427386" y="732075"/>
                  </a:cubicBezTo>
                  <a:cubicBezTo>
                    <a:pt x="5388199" y="732610"/>
                    <a:pt x="5349118" y="736273"/>
                    <a:pt x="5310514" y="743029"/>
                  </a:cubicBezTo>
                  <a:lnTo>
                    <a:pt x="5310514" y="1315386"/>
                  </a:lnTo>
                  <a:lnTo>
                    <a:pt x="5162781" y="1315386"/>
                  </a:lnTo>
                  <a:lnTo>
                    <a:pt x="5162781" y="643397"/>
                  </a:lnTo>
                  <a:cubicBezTo>
                    <a:pt x="5256793" y="620537"/>
                    <a:pt x="5360235" y="605773"/>
                    <a:pt x="5431481" y="605773"/>
                  </a:cubicBezTo>
                  <a:cubicBezTo>
                    <a:pt x="5678655" y="605773"/>
                    <a:pt x="5757903" y="701214"/>
                    <a:pt x="5757903" y="863710"/>
                  </a:cubicBezTo>
                  <a:close/>
                  <a:moveTo>
                    <a:pt x="6507616" y="374792"/>
                  </a:moveTo>
                  <a:lnTo>
                    <a:pt x="6507616" y="1315291"/>
                  </a:lnTo>
                  <a:lnTo>
                    <a:pt x="6371884" y="1315291"/>
                  </a:lnTo>
                  <a:lnTo>
                    <a:pt x="6363884" y="1229566"/>
                  </a:lnTo>
                  <a:cubicBezTo>
                    <a:pt x="6325784" y="1292716"/>
                    <a:pt x="6268634" y="1331674"/>
                    <a:pt x="6171765" y="1331674"/>
                  </a:cubicBezTo>
                  <a:cubicBezTo>
                    <a:pt x="5994409" y="1331674"/>
                    <a:pt x="5876490" y="1202705"/>
                    <a:pt x="5876490" y="976962"/>
                  </a:cubicBezTo>
                  <a:cubicBezTo>
                    <a:pt x="5876490" y="740552"/>
                    <a:pt x="6002791" y="606154"/>
                    <a:pt x="6251298" y="606154"/>
                  </a:cubicBezTo>
                  <a:cubicBezTo>
                    <a:pt x="6288059" y="606106"/>
                    <a:pt x="6324739" y="609583"/>
                    <a:pt x="6360836" y="616537"/>
                  </a:cubicBezTo>
                  <a:lnTo>
                    <a:pt x="6360836" y="394890"/>
                  </a:lnTo>
                  <a:cubicBezTo>
                    <a:pt x="6406842" y="378697"/>
                    <a:pt x="6459229" y="374697"/>
                    <a:pt x="6507616" y="374697"/>
                  </a:cubicBezTo>
                  <a:close/>
                  <a:moveTo>
                    <a:pt x="6360836" y="1159271"/>
                  </a:moveTo>
                  <a:lnTo>
                    <a:pt x="6360836" y="745505"/>
                  </a:lnTo>
                  <a:cubicBezTo>
                    <a:pt x="6321950" y="737089"/>
                    <a:pt x="6282318" y="732590"/>
                    <a:pt x="6242535" y="732075"/>
                  </a:cubicBezTo>
                  <a:cubicBezTo>
                    <a:pt x="6096136" y="732075"/>
                    <a:pt x="6026318" y="823420"/>
                    <a:pt x="6026318" y="976582"/>
                  </a:cubicBezTo>
                  <a:cubicBezTo>
                    <a:pt x="6026318" y="1113646"/>
                    <a:pt x="6081372" y="1210325"/>
                    <a:pt x="6213007" y="1210325"/>
                  </a:cubicBezTo>
                  <a:cubicBezTo>
                    <a:pt x="6266647" y="1210563"/>
                    <a:pt x="6318775" y="1192561"/>
                    <a:pt x="6360836" y="1159271"/>
                  </a:cubicBezTo>
                  <a:close/>
                  <a:moveTo>
                    <a:pt x="7250185" y="1027636"/>
                  </a:moveTo>
                  <a:lnTo>
                    <a:pt x="6778697" y="1027636"/>
                  </a:lnTo>
                  <a:cubicBezTo>
                    <a:pt x="6797747" y="1147174"/>
                    <a:pt x="6867280" y="1204991"/>
                    <a:pt x="6999011" y="1204991"/>
                  </a:cubicBezTo>
                  <a:cubicBezTo>
                    <a:pt x="7080542" y="1204926"/>
                    <a:pt x="7161128" y="1187523"/>
                    <a:pt x="7235421" y="1153937"/>
                  </a:cubicBezTo>
                  <a:cubicBezTo>
                    <a:pt x="7230087" y="1192894"/>
                    <a:pt x="7221991" y="1243948"/>
                    <a:pt x="7212561" y="1288240"/>
                  </a:cubicBezTo>
                  <a:cubicBezTo>
                    <a:pt x="7145410" y="1319196"/>
                    <a:pt x="7074258" y="1331292"/>
                    <a:pt x="6994915" y="1331292"/>
                  </a:cubicBezTo>
                  <a:cubicBezTo>
                    <a:pt x="6747265" y="1331292"/>
                    <a:pt x="6628202" y="1194228"/>
                    <a:pt x="6628202" y="964485"/>
                  </a:cubicBezTo>
                  <a:cubicBezTo>
                    <a:pt x="6628202" y="764460"/>
                    <a:pt x="6720881" y="605773"/>
                    <a:pt x="6955957" y="605773"/>
                  </a:cubicBezTo>
                  <a:cubicBezTo>
                    <a:pt x="7166936" y="605773"/>
                    <a:pt x="7258281" y="744171"/>
                    <a:pt x="7258281" y="913431"/>
                  </a:cubicBezTo>
                  <a:cubicBezTo>
                    <a:pt x="7258511" y="951637"/>
                    <a:pt x="7255932" y="989808"/>
                    <a:pt x="7250566" y="1027636"/>
                  </a:cubicBezTo>
                  <a:close/>
                  <a:moveTo>
                    <a:pt x="6775935" y="903811"/>
                  </a:moveTo>
                  <a:lnTo>
                    <a:pt x="7109310" y="903811"/>
                  </a:lnTo>
                  <a:cubicBezTo>
                    <a:pt x="7109310" y="793702"/>
                    <a:pt x="7050255" y="729217"/>
                    <a:pt x="6948147" y="729217"/>
                  </a:cubicBezTo>
                  <a:cubicBezTo>
                    <a:pt x="6843563" y="729408"/>
                    <a:pt x="6788413" y="789892"/>
                    <a:pt x="6776316" y="904001"/>
                  </a:cubicBezTo>
                  <a:close/>
                  <a:moveTo>
                    <a:pt x="7767488" y="611012"/>
                  </a:moveTo>
                  <a:cubicBezTo>
                    <a:pt x="7767908" y="653490"/>
                    <a:pt x="7763402" y="695874"/>
                    <a:pt x="7754058" y="737313"/>
                  </a:cubicBezTo>
                  <a:cubicBezTo>
                    <a:pt x="7717019" y="733294"/>
                    <a:pt x="7679774" y="731481"/>
                    <a:pt x="7642520" y="731884"/>
                  </a:cubicBezTo>
                  <a:cubicBezTo>
                    <a:pt x="7606111" y="731883"/>
                    <a:pt x="7569752" y="734589"/>
                    <a:pt x="7533744" y="739980"/>
                  </a:cubicBezTo>
                  <a:lnTo>
                    <a:pt x="7533744" y="1315005"/>
                  </a:lnTo>
                  <a:lnTo>
                    <a:pt x="7386297" y="1315005"/>
                  </a:lnTo>
                  <a:lnTo>
                    <a:pt x="7386297" y="643397"/>
                  </a:lnTo>
                  <a:cubicBezTo>
                    <a:pt x="7449448" y="621871"/>
                    <a:pt x="7555652" y="605773"/>
                    <a:pt x="7638900" y="605773"/>
                  </a:cubicBezTo>
                  <a:cubicBezTo>
                    <a:pt x="7681956" y="605239"/>
                    <a:pt x="7725009" y="607051"/>
                    <a:pt x="7767868" y="6112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EFA512EA-ADFE-7143-97E7-4AE58A36FE43}"/>
              </a:ext>
            </a:extLst>
          </p:cNvPr>
          <p:cNvSpPr/>
          <p:nvPr/>
        </p:nvSpPr>
        <p:spPr>
          <a:xfrm>
            <a:off x="3993012" y="-1"/>
            <a:ext cx="325152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07E839B2-2E02-7B41-8334-4CC03A72B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650" y="2400590"/>
            <a:ext cx="4270879" cy="1635180"/>
          </a:xfrm>
        </p:spPr>
        <p:txBody>
          <a:bodyPr>
            <a:noAutofit/>
          </a:bodyPr>
          <a:lstStyle/>
          <a:p>
            <a:r>
              <a:rPr lang="en-US" sz="4000" b="1" dirty="0"/>
              <a:t>Chatbot Agent</a:t>
            </a:r>
            <a:endParaRPr lang="es-ES_tradnl" sz="4000" b="1" dirty="0"/>
          </a:p>
        </p:txBody>
      </p:sp>
      <p:sp>
        <p:nvSpPr>
          <p:cNvPr id="13" name="Forma libre: forma 6">
            <a:extLst>
              <a:ext uri="{FF2B5EF4-FFF2-40B4-BE49-F238E27FC236}">
                <a16:creationId xmlns:a16="http://schemas.microsoft.com/office/drawing/2014/main" id="{25FF7782-74CB-2647-A8E7-EE944C77A8CA}"/>
              </a:ext>
            </a:extLst>
          </p:cNvPr>
          <p:cNvSpPr/>
          <p:nvPr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rgbClr val="E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47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agent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dirty="0"/>
              <a:t>Exposes a REST API so </a:t>
            </a:r>
            <a:r>
              <a:rPr lang="es-ES" dirty="0"/>
              <a:t>Santander</a:t>
            </a:r>
            <a:r>
              <a:rPr dirty="0"/>
              <a:t> customers can create conversations and exchange messages.</a:t>
            </a:r>
          </a:p>
          <a:p>
            <a:pPr algn="just"/>
            <a:r>
              <a:rPr dirty="0"/>
              <a:t>Primary</a:t>
            </a:r>
            <a:r>
              <a:rPr lang="es-ES" dirty="0"/>
              <a:t> </a:t>
            </a:r>
            <a:r>
              <a:rPr lang="es-ES" dirty="0" err="1"/>
              <a:t>conversational</a:t>
            </a:r>
            <a:r>
              <a:rPr dirty="0"/>
              <a:t> interaction endpoint: POST /conversations/{</a:t>
            </a:r>
            <a:r>
              <a:rPr dirty="0" err="1"/>
              <a:t>conversation_id</a:t>
            </a:r>
            <a:r>
              <a:rPr dirty="0"/>
              <a:t>}/messages.</a:t>
            </a:r>
          </a:p>
          <a:p>
            <a:pPr algn="just"/>
            <a:r>
              <a:rPr dirty="0"/>
              <a:t>All conversation state and user–LLM interactions are stored in a DynamoDB table.</a:t>
            </a:r>
          </a:p>
          <a:p>
            <a:pPr algn="just"/>
            <a:r>
              <a:rPr dirty="0"/>
              <a:t>Inference &amp; orchestration built with LangGraph; LLM can be selected per deployment (Bedrock or OpenAI).</a:t>
            </a:r>
          </a:p>
          <a:p>
            <a:pPr algn="just"/>
            <a:r>
              <a:rPr dirty="0"/>
              <a:t>Optional features per request: deep link detection, and follow‑up suggestions.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Request flow (happy path)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noProof="0" dirty="0"/>
              <a:t>Client calls POST /conversations to create a conversation (returns </a:t>
            </a:r>
            <a:r>
              <a:rPr lang="en-US" noProof="0" dirty="0" err="1"/>
              <a:t>conversation_id</a:t>
            </a:r>
            <a:r>
              <a:rPr lang="en-US" noProof="0" dirty="0"/>
              <a:t>).</a:t>
            </a:r>
          </a:p>
          <a:p>
            <a:pPr algn="just"/>
            <a:r>
              <a:rPr lang="en-US" noProof="0" dirty="0"/>
              <a:t>Client sends POST /conversations/{</a:t>
            </a:r>
            <a:r>
              <a:rPr lang="en-US" noProof="0" dirty="0" err="1"/>
              <a:t>conversation_id</a:t>
            </a:r>
            <a:r>
              <a:rPr lang="en-US" noProof="0" dirty="0"/>
              <a:t>}/messages with the user message.</a:t>
            </a:r>
          </a:p>
          <a:p>
            <a:pPr lvl="1" algn="just"/>
            <a:r>
              <a:rPr lang="en-US" noProof="0" dirty="0" err="1"/>
              <a:t>FastAPI</a:t>
            </a:r>
            <a:r>
              <a:rPr lang="en-US" noProof="0" dirty="0"/>
              <a:t> validates request, loads conversation context from DynamoDB.</a:t>
            </a:r>
          </a:p>
          <a:p>
            <a:pPr algn="just"/>
            <a:r>
              <a:rPr lang="en-US" noProof="0" dirty="0"/>
              <a:t>Agent executes via LangGraph:</a:t>
            </a:r>
          </a:p>
          <a:p>
            <a:pPr lvl="1" algn="just"/>
            <a:r>
              <a:rPr lang="en-US" noProof="0" dirty="0" err="1"/>
              <a:t>empty_initial</a:t>
            </a:r>
            <a:r>
              <a:rPr lang="en-US" noProof="0" dirty="0"/>
              <a:t> is the starting point of the graph, if the agent only have one </a:t>
            </a:r>
            <a:r>
              <a:rPr lang="en-US" noProof="0" dirty="0" err="1"/>
              <a:t>KnowledgeBase</a:t>
            </a:r>
            <a:r>
              <a:rPr lang="en-US" noProof="0" dirty="0"/>
              <a:t> and this is the first interaction with the customer, it tries to get information from the </a:t>
            </a:r>
            <a:r>
              <a:rPr lang="en-US" noProof="0" dirty="0" err="1"/>
              <a:t>KnowledgeBase</a:t>
            </a:r>
            <a:r>
              <a:rPr lang="en-US" noProof="0" dirty="0"/>
              <a:t> in first place</a:t>
            </a:r>
          </a:p>
          <a:p>
            <a:pPr lvl="1" algn="just"/>
            <a:r>
              <a:rPr lang="en-US" noProof="0" dirty="0"/>
              <a:t>tool runs any tool, actually only the </a:t>
            </a:r>
            <a:r>
              <a:rPr lang="en-US" noProof="0" dirty="0" err="1"/>
              <a:t>KnowlegeBase</a:t>
            </a:r>
            <a:r>
              <a:rPr lang="en-US" noProof="0" dirty="0"/>
              <a:t> is supported</a:t>
            </a:r>
          </a:p>
          <a:p>
            <a:pPr lvl="1" algn="just"/>
            <a:r>
              <a:rPr lang="en-US" noProof="0" dirty="0"/>
              <a:t>chatbot calls the selected LLM to generate the assistant reply.</a:t>
            </a:r>
          </a:p>
          <a:p>
            <a:pPr lvl="1" algn="just"/>
            <a:r>
              <a:rPr lang="en-US" noProof="0" dirty="0" err="1"/>
              <a:t>check_cc_redirect</a:t>
            </a:r>
            <a:r>
              <a:rPr lang="en-US" noProof="0" dirty="0"/>
              <a:t> checks for escalation intent; if positive, return redirect response and ignore other LLM outputs.</a:t>
            </a:r>
          </a:p>
          <a:p>
            <a:pPr lvl="1" algn="just"/>
            <a:r>
              <a:rPr lang="en-US" noProof="0" dirty="0" err="1"/>
              <a:t>deep_link_invoke</a:t>
            </a:r>
            <a:r>
              <a:rPr lang="en-US" noProof="0" dirty="0"/>
              <a:t> detects configured deep links in user intent.</a:t>
            </a:r>
          </a:p>
          <a:p>
            <a:pPr lvl="1" algn="just"/>
            <a:r>
              <a:rPr lang="en-US" noProof="0" dirty="0"/>
              <a:t>suggestions (if requested) returns follow‑up queries.</a:t>
            </a:r>
          </a:p>
          <a:p>
            <a:pPr algn="just"/>
            <a:r>
              <a:rPr lang="en-US" noProof="0" dirty="0"/>
              <a:t>Agent writes interaction + updated state to DynamoDB.</a:t>
            </a:r>
          </a:p>
          <a:p>
            <a:pPr algn="just"/>
            <a:r>
              <a:rPr lang="en-US" noProof="0" dirty="0"/>
              <a:t>API responds with assistant reply + any deep links / suggestions / redirect flags.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Topology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BF28AD32-3C55-8A5B-EB0C-0F3180F43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38" y="1690688"/>
            <a:ext cx="5945553" cy="48725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nodes –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dirty="0" err="1"/>
              <a:t>empty_initial</a:t>
            </a:r>
            <a:r>
              <a:rPr dirty="0"/>
              <a:t>: Start node; if there’s a single </a:t>
            </a:r>
            <a:r>
              <a:rPr dirty="0" err="1"/>
              <a:t>KnowledgeBase</a:t>
            </a:r>
            <a:r>
              <a:rPr dirty="0"/>
              <a:t> and this is the first turn, fetch </a:t>
            </a:r>
            <a:r>
              <a:rPr lang="es-ES" dirty="0" err="1"/>
              <a:t>KnowledgeBase</a:t>
            </a:r>
            <a:r>
              <a:rPr lang="es-ES" dirty="0"/>
              <a:t> </a:t>
            </a:r>
            <a:r>
              <a:rPr lang="es-ES" dirty="0" err="1"/>
              <a:t>documents</a:t>
            </a:r>
            <a:r>
              <a:rPr dirty="0"/>
              <a:t> first.</a:t>
            </a:r>
          </a:p>
          <a:p>
            <a:pPr algn="just"/>
            <a:r>
              <a:rPr dirty="0"/>
              <a:t>tools: Execute tools (currently </a:t>
            </a:r>
            <a:r>
              <a:rPr dirty="0" err="1"/>
              <a:t>KnowledgeBase</a:t>
            </a:r>
            <a:r>
              <a:rPr dirty="0"/>
              <a:t> only).</a:t>
            </a:r>
          </a:p>
          <a:p>
            <a:pPr algn="just"/>
            <a:r>
              <a:rPr dirty="0"/>
              <a:t>chatbot: Main LLM call; model chosen per deployment (Bedrock/OpenAI).</a:t>
            </a:r>
          </a:p>
          <a:p>
            <a:pPr algn="just"/>
            <a:r>
              <a:rPr dirty="0" err="1"/>
              <a:t>check_cc_redirect</a:t>
            </a:r>
            <a:r>
              <a:rPr dirty="0"/>
              <a:t>: LLM-based intent detection to escalate to a human if appropriate; overrides other outputs.</a:t>
            </a:r>
          </a:p>
          <a:p>
            <a:pPr algn="just"/>
            <a:r>
              <a:rPr dirty="0" err="1"/>
              <a:t>deep_link_invoke</a:t>
            </a:r>
            <a:r>
              <a:rPr dirty="0"/>
              <a:t>: LLM-based detection of configured deep links based on user intent.</a:t>
            </a:r>
          </a:p>
          <a:p>
            <a:pPr algn="just"/>
            <a:r>
              <a:rPr dirty="0"/>
              <a:t>suggestions: Optional; LLM proposes next queries relevant to the current context.</a:t>
            </a:r>
          </a:p>
          <a:p>
            <a:pPr algn="just"/>
            <a:r>
              <a:rPr dirty="0" err="1"/>
              <a:t>empty_final</a:t>
            </a:r>
            <a:r>
              <a:rPr dirty="0"/>
              <a:t>: Barrier/convergence node to collect parallel LLM/tool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surface (minimum)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POST /conversations – create conversation; returns { </a:t>
            </a:r>
            <a:r>
              <a:rPr dirty="0" err="1"/>
              <a:t>conversation_id</a:t>
            </a:r>
            <a:r>
              <a:rPr dirty="0"/>
              <a:t> }.</a:t>
            </a:r>
          </a:p>
          <a:p>
            <a:pPr algn="just"/>
            <a:r>
              <a:rPr dirty="0"/>
              <a:t>POST /conversations/{</a:t>
            </a:r>
            <a:r>
              <a:rPr dirty="0" err="1"/>
              <a:t>conversation_id</a:t>
            </a:r>
            <a:r>
              <a:rPr dirty="0"/>
              <a:t>}/messages – send a user message and get agent response.</a:t>
            </a:r>
          </a:p>
          <a:p>
            <a:pPr algn="just"/>
            <a:r>
              <a:rPr dirty="0"/>
              <a:t>Query params/flags (example): suggestions=true to request follow‑ups in the response.</a:t>
            </a:r>
          </a:p>
          <a:p>
            <a:pPr algn="just"/>
            <a:r>
              <a:rPr dirty="0"/>
              <a:t>Responses include: assistant message, optional deep links, optional suggestions, optional escalation flag.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DynamoDB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noProof="0" dirty="0"/>
              <a:t>Interactions table (e.g., prod-us-chatbot-interactions):</a:t>
            </a:r>
          </a:p>
          <a:p>
            <a:pPr lvl="1" algn="just"/>
            <a:r>
              <a:rPr lang="en-US" noProof="0" dirty="0"/>
              <a:t>PK: </a:t>
            </a:r>
            <a:r>
              <a:rPr lang="en-US" noProof="0" dirty="0" err="1"/>
              <a:t>conversationId</a:t>
            </a:r>
            <a:r>
              <a:rPr lang="en-US" noProof="0" dirty="0"/>
              <a:t>, SK: </a:t>
            </a:r>
            <a:r>
              <a:rPr lang="en-US" noProof="0" dirty="0" err="1"/>
              <a:t>messageId</a:t>
            </a:r>
            <a:r>
              <a:rPr lang="en-US" noProof="0" dirty="0"/>
              <a:t>.</a:t>
            </a:r>
          </a:p>
          <a:p>
            <a:pPr lvl="1" algn="just"/>
            <a:r>
              <a:rPr lang="en-US" noProof="0" dirty="0"/>
              <a:t>Items: conversation metadata, messages (role, text, tokens, model, tool calls), suggestions, </a:t>
            </a:r>
            <a:r>
              <a:rPr lang="en-US" noProof="0" dirty="0" err="1"/>
              <a:t>deeplinks</a:t>
            </a:r>
            <a:r>
              <a:rPr lang="en-US" noProof="0" dirty="0"/>
              <a:t>, flags, customer feedback.</a:t>
            </a:r>
          </a:p>
          <a:p>
            <a:pPr algn="just"/>
            <a:r>
              <a:rPr lang="en-US" noProof="0" dirty="0"/>
              <a:t>Sessions table ( e.g., prod-us-chatbot-sessions):</a:t>
            </a:r>
          </a:p>
          <a:p>
            <a:pPr lvl="1" algn="just"/>
            <a:r>
              <a:rPr lang="en-US" noProof="0" dirty="0"/>
              <a:t>PK: </a:t>
            </a:r>
            <a:r>
              <a:rPr lang="en-US" noProof="0" dirty="0" err="1"/>
              <a:t>sessionId</a:t>
            </a:r>
            <a:endParaRPr lang="en-US" noProof="0" dirty="0"/>
          </a:p>
          <a:p>
            <a:pPr lvl="1" algn="just"/>
            <a:r>
              <a:rPr lang="en-US" noProof="0" dirty="0"/>
              <a:t>Items: each customer session information (channel, …)</a:t>
            </a:r>
          </a:p>
          <a:p>
            <a:pPr algn="just"/>
            <a:r>
              <a:rPr lang="en-US" noProof="0" dirty="0"/>
              <a:t>GSIs:</a:t>
            </a:r>
          </a:p>
          <a:p>
            <a:pPr lvl="1" algn="just"/>
            <a:r>
              <a:rPr lang="en-US" noProof="0" dirty="0" err="1"/>
              <a:t>clientId</a:t>
            </a:r>
            <a:r>
              <a:rPr lang="en-US" noProof="0" dirty="0"/>
              <a:t>-</a:t>
            </a:r>
            <a:r>
              <a:rPr lang="en-US" noProof="0" dirty="0" err="1"/>
              <a:t>conversationId</a:t>
            </a:r>
            <a:r>
              <a:rPr lang="en-US" noProof="0" dirty="0"/>
              <a:t>-index on Interactions table on </a:t>
            </a:r>
            <a:r>
              <a:rPr lang="en-US" noProof="0" dirty="0" err="1"/>
              <a:t>clientId</a:t>
            </a:r>
            <a:r>
              <a:rPr lang="en-US" noProof="0" dirty="0"/>
              <a:t> and </a:t>
            </a:r>
            <a:r>
              <a:rPr lang="en-US" noProof="0" dirty="0" err="1"/>
              <a:t>conversationId</a:t>
            </a:r>
            <a:r>
              <a:rPr lang="en-US" noProof="0" dirty="0"/>
              <a:t> for listing conversations per customer.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noProof="0" dirty="0"/>
              <a:t>It uses the ODS microservices architecture, approved for the deployment in all the companies. </a:t>
            </a:r>
          </a:p>
          <a:p>
            <a:pPr algn="just"/>
            <a:r>
              <a:rPr lang="en-US" noProof="0" dirty="0"/>
              <a:t>Encrypt at rest and in transit (TLS 1.2+).</a:t>
            </a:r>
          </a:p>
          <a:p>
            <a:pPr algn="just"/>
            <a:r>
              <a:rPr lang="en-US" noProof="0" dirty="0"/>
              <a:t>Bedrock Guardrails configured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DE687A-3004-388E-8EF7-27B318275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5D2AF4-3DB0-E988-3080-9450E5308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785" y="822325"/>
            <a:ext cx="8129954" cy="595063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807C84A-C353-E252-BEA1-A63827B7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Technical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14188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7FD992-BCDD-0103-5038-E63779F8B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Technical Architecture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D10075-B2ED-32F7-7A3E-94C2AF05A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noProof="0" dirty="0"/>
              <a:t>We deploy the microservice in AWS, using the services:</a:t>
            </a:r>
          </a:p>
          <a:p>
            <a:pPr lvl="1" algn="just"/>
            <a:r>
              <a:rPr lang="en-US" noProof="0" dirty="0"/>
              <a:t>AWS Load Balancer: As an entry point for the API</a:t>
            </a:r>
          </a:p>
          <a:p>
            <a:pPr lvl="1" algn="just"/>
            <a:r>
              <a:rPr lang="en-US" noProof="0" dirty="0"/>
              <a:t>AWS ECS: For the containers management, containers are deployed in three availability zones in production</a:t>
            </a:r>
          </a:p>
          <a:p>
            <a:pPr lvl="1" algn="just"/>
            <a:r>
              <a:rPr lang="en-US" noProof="0" dirty="0"/>
              <a:t>AWS Bedrock Guardrails: For the conversation security, the specific security measures can be adapter per implementation</a:t>
            </a:r>
          </a:p>
          <a:p>
            <a:pPr lvl="1" algn="just"/>
            <a:r>
              <a:rPr lang="en-US" noProof="0" dirty="0"/>
              <a:t>AWS Bedrock </a:t>
            </a:r>
            <a:r>
              <a:rPr lang="en-US" noProof="0" dirty="0" err="1"/>
              <a:t>KnowledgeBases</a:t>
            </a:r>
            <a:r>
              <a:rPr lang="en-US" noProof="0" dirty="0"/>
              <a:t>: For the knowledge base generation and management. It connects to S3 to get the documents, and with Neptune Graph to store the Graph RAG and vectors of embeddings</a:t>
            </a:r>
          </a:p>
          <a:p>
            <a:pPr lvl="1" algn="just"/>
            <a:r>
              <a:rPr lang="en-US" noProof="0" dirty="0"/>
              <a:t>The chatbot can use models from AWS Bedrock or OpenAI</a:t>
            </a:r>
          </a:p>
          <a:p>
            <a:pPr lvl="1" algn="just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155234-9ABD-812C-C44B-9A7A6A06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1154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56AFC-A0CD-9149-830E-9A649907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7B625-2280-EF3D-C6A6-16FB8C3AF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D6FA3-B83A-328C-8AA4-0B4595834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noProof="0" dirty="0"/>
              <a:t>A Frontend can be activated to interact with the API</a:t>
            </a:r>
          </a:p>
          <a:p>
            <a:pPr algn="just"/>
            <a:r>
              <a:rPr lang="en-US" noProof="0" dirty="0"/>
              <a:t>If the Frontend is activated, automatically the frontend and API are protected with an integration with </a:t>
            </a:r>
            <a:r>
              <a:rPr lang="en-US" noProof="0" dirty="0" err="1"/>
              <a:t>EntraID</a:t>
            </a:r>
            <a:r>
              <a:rPr lang="en-US" noProof="0" dirty="0"/>
              <a:t>, using OIDC</a:t>
            </a:r>
          </a:p>
          <a:p>
            <a:pPr algn="just"/>
            <a:r>
              <a:rPr lang="en-US" noProof="0" dirty="0"/>
              <a:t>The frontend is exposed in the same microservice and URL than the API</a:t>
            </a:r>
          </a:p>
        </p:txBody>
      </p:sp>
    </p:spTree>
    <p:extLst>
      <p:ext uri="{BB962C8B-B14F-4D97-AF65-F5344CB8AC3E}">
        <p14:creationId xmlns:p14="http://schemas.microsoft.com/office/powerpoint/2010/main" val="2890504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CCE3-E2AD-8F37-00B3-567DE6A92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4AD1-EBF7-90C4-8FD5-9D139110D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Configuration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FA558-5638-B541-D598-AA626ABF7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noProof="0" dirty="0"/>
              <a:t>All the configuration of the microservice is managed using </a:t>
            </a:r>
            <a:r>
              <a:rPr lang="en-US" noProof="0" dirty="0" err="1"/>
              <a:t>Pydantic</a:t>
            </a:r>
            <a:r>
              <a:rPr lang="en-US" noProof="0" dirty="0"/>
              <a:t> Settings, storing the configuration elements in AWS Parameter Store</a:t>
            </a:r>
          </a:p>
          <a:p>
            <a:pPr algn="just"/>
            <a:r>
              <a:rPr lang="en-US" dirty="0"/>
              <a:t>When the microservice is launched, it reads the parameter values from parameter store and configure the application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1531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0754-26D4-C707-71AD-39B0CE261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8D929-A991-4B68-F260-3996FEA3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9B8F8-36E7-7973-EF7E-D7C74111F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noProof="0" dirty="0"/>
              <a:t>The infrastructure is monitored using CloudWatch metrics, where we have all the information about the performance metrics</a:t>
            </a:r>
          </a:p>
          <a:p>
            <a:pPr algn="just"/>
            <a:r>
              <a:rPr lang="en-US" dirty="0"/>
              <a:t>The microservice is integrated with Dynatrace to send all the information of the API calls and integrations</a:t>
            </a:r>
          </a:p>
          <a:p>
            <a:pPr algn="just"/>
            <a:r>
              <a:rPr lang="en-US" noProof="0" dirty="0"/>
              <a:t>There is also an integration with </a:t>
            </a:r>
            <a:r>
              <a:rPr lang="en-US" noProof="0" dirty="0" err="1"/>
              <a:t>Arize</a:t>
            </a:r>
            <a:r>
              <a:rPr lang="en-US" noProof="0" dirty="0"/>
              <a:t> Phoenix, deployed centrally </a:t>
            </a:r>
            <a:r>
              <a:rPr lang="en-US" dirty="0"/>
              <a:t>in the AI platform, where we analyze the interactions and produce KPI dashboards to report all the AI activity of the Group</a:t>
            </a:r>
          </a:p>
          <a:p>
            <a:pPr algn="just"/>
            <a:r>
              <a:rPr lang="en-US" noProof="0" dirty="0"/>
              <a:t>In Phoenix we generate also metrics related with </a:t>
            </a:r>
            <a:r>
              <a:rPr lang="en-US" noProof="0" dirty="0" err="1"/>
              <a:t>th</a:t>
            </a:r>
            <a:r>
              <a:rPr lang="en-US" dirty="0"/>
              <a:t>e Hallucination, Q&amp;A Correctness and Relevance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9490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1CBB6-C916-28B0-1CD0-0EB8EC6E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93708-914B-2BF7-90FB-18DFFC45E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E3AC8-04F7-7E91-DEE3-D9C583A62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For the metrics in Phoenix, we produce the evaluation </a:t>
            </a:r>
            <a:r>
              <a:rPr lang="en-US" dirty="0"/>
              <a:t>using a technique called LLM as a Judge</a:t>
            </a:r>
          </a:p>
          <a:p>
            <a:r>
              <a:rPr lang="en-US" dirty="0"/>
              <a:t>We evaluate a percentage of all the interactions, and produce dashboards in </a:t>
            </a:r>
            <a:r>
              <a:rPr lang="en-US" dirty="0" err="1"/>
              <a:t>AITool</a:t>
            </a:r>
            <a:endParaRPr lang="en-US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8A66B2-8E3D-0E48-54FB-244614089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16" y="3915575"/>
            <a:ext cx="5416062" cy="239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F448AF1-072A-4D35-D605-77579B551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915575"/>
            <a:ext cx="5416062" cy="239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291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313E7-5721-30C3-5DAF-DD0FC94FA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3551-D48B-D28A-0517-39147FB4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2ADF3-5359-2F18-7216-31322005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noProof="0" dirty="0"/>
              <a:t>The deployment of the infrastructure </a:t>
            </a:r>
            <a:r>
              <a:rPr lang="en-US" dirty="0"/>
              <a:t>is done by the global AI Team, they deploy the platform and operate it later.</a:t>
            </a:r>
          </a:p>
          <a:p>
            <a:pPr algn="just"/>
            <a:r>
              <a:rPr lang="en-US" noProof="0" dirty="0"/>
              <a:t>All the deployments are done in the Grupo Santander Regional Landing Zone, using accounts owned by the final entity</a:t>
            </a:r>
          </a:p>
          <a:p>
            <a:pPr algn="just"/>
            <a:r>
              <a:rPr lang="en-US" dirty="0"/>
              <a:t>Exceptionally, it can be deployed in a different Landing Zone, but a plan for the migration to the global landing zone should be provided.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5095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81AF0-74A5-4DCC-E8D6-708227B3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83C36-E4E4-519F-B1B2-A90CF29E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Knowledge Bases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CB37D-CA13-CC37-C7B9-ED23A086F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noProof="0" dirty="0"/>
              <a:t>There are two models for the information management in the Knowledge Base:</a:t>
            </a:r>
          </a:p>
          <a:p>
            <a:pPr marL="0" indent="0" algn="just">
              <a:buNone/>
            </a:pPr>
            <a:endParaRPr lang="en-US" noProof="0" dirty="0"/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/>
              <a:t>Manage the KB from the </a:t>
            </a:r>
            <a:r>
              <a:rPr lang="en-US" dirty="0" err="1"/>
              <a:t>AITool</a:t>
            </a:r>
            <a:r>
              <a:rPr lang="en-US" dirty="0"/>
              <a:t> (more information in the </a:t>
            </a:r>
            <a:r>
              <a:rPr lang="en-US" dirty="0" err="1"/>
              <a:t>AITool</a:t>
            </a:r>
            <a:r>
              <a:rPr lang="en-US" dirty="0"/>
              <a:t> documentation), this model allows more control on the deployment process and information reaching to the production system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/>
              <a:t>Automatic synchronization with different sources, for example </a:t>
            </a:r>
            <a:r>
              <a:rPr lang="en-US" dirty="0" err="1"/>
              <a:t>Sharepoint</a:t>
            </a:r>
            <a:r>
              <a:rPr lang="en-US" dirty="0"/>
              <a:t>. This model allows a more flexible environment, where the business team can manage the information in </a:t>
            </a:r>
            <a:r>
              <a:rPr lang="en-US" dirty="0" err="1"/>
              <a:t>Sharepoint</a:t>
            </a:r>
            <a:r>
              <a:rPr lang="en-US" dirty="0"/>
              <a:t> (for example) and the information is replicated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314110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5035F-A61B-228C-4FBF-07641169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3451-75DC-5A5A-B5B6-7033F50B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Knowledge Bases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02336-3289-A7ED-09D2-B07679EA1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noProof="0" dirty="0"/>
              <a:t>For the Synchronization we’ve created a component (docker ECS Task), this task is scheduled using AWS </a:t>
            </a:r>
            <a:r>
              <a:rPr lang="en-US" noProof="0" dirty="0" err="1"/>
              <a:t>EventBridge</a:t>
            </a:r>
            <a:r>
              <a:rPr lang="en-US" noProof="0" dirty="0"/>
              <a:t> Scheduler, and synchronizes the source with the S3 bucket</a:t>
            </a:r>
          </a:p>
          <a:p>
            <a:pPr algn="just"/>
            <a:r>
              <a:rPr lang="en-US" dirty="0"/>
              <a:t>This process can also take information from the source and store it as metadata in the Knowledge Base</a:t>
            </a:r>
          </a:p>
          <a:p>
            <a:pPr algn="just"/>
            <a:r>
              <a:rPr lang="en-US" dirty="0"/>
              <a:t>The metadata can be used later in the chatbot as a filter for the queries, this is a mechanism to filter the information a user can query</a:t>
            </a:r>
          </a:p>
        </p:txBody>
      </p:sp>
    </p:spTree>
    <p:extLst>
      <p:ext uri="{BB962C8B-B14F-4D97-AF65-F5344CB8AC3E}">
        <p14:creationId xmlns:p14="http://schemas.microsoft.com/office/powerpoint/2010/main" val="2203157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3FFA-FC17-39FD-ADA1-DBE60BAD6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D679B-33BF-A771-5FFE-18EB3FC8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Knowledge Base Graph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6BC32-C1CB-8373-A612-494732256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noProof="0" dirty="0"/>
              <a:t>The Knowledge Base generates a Graph RAG in Neptune Analytics</a:t>
            </a:r>
          </a:p>
          <a:p>
            <a:pPr algn="just"/>
            <a:r>
              <a:rPr lang="en-US" dirty="0"/>
              <a:t>The Graph RAG allows the search of information not only based on the vector of embeddings, but also based on the semantic proximity of the concepts</a:t>
            </a:r>
          </a:p>
          <a:p>
            <a:pPr algn="just"/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E1C46C1-A49A-082C-205D-1B1450ECC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077" y="3161445"/>
            <a:ext cx="6994364" cy="3331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56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53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Santander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1">
      <a:majorFont>
        <a:latin typeface="Santander Headline"/>
        <a:ea typeface=""/>
        <a:cs typeface=""/>
      </a:majorFont>
      <a:minorFont>
        <a:latin typeface="Santander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0">
          <a:blip xmlns:r="http://schemas.openxmlformats.org/officeDocument/2006/relationships" r:embed="rId1"/>
          <a:srcRect/>
          <a:stretch>
            <a:fillRect l="-36895" r="-42072"/>
          </a:stretch>
        </a:blip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ntander" id="{DE4C4DC5-A504-1740-9322-D304A0C41A9E}" vid="{581BFDD4-85DA-7D4A-9E1A-AAABDE324B0B}"/>
    </a:ext>
  </a:extLst>
</a:theme>
</file>

<file path=ppt/theme/theme2.xml><?xml version="1.0" encoding="utf-8"?>
<a:theme xmlns:a="http://schemas.openxmlformats.org/drawingml/2006/main" name="1_Santander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1">
      <a:majorFont>
        <a:latin typeface="Santander Headline"/>
        <a:ea typeface=""/>
        <a:cs typeface=""/>
      </a:majorFont>
      <a:minorFont>
        <a:latin typeface="Santander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dpi="0" rotWithShape="0">
          <a:blip xmlns:r="http://schemas.openxmlformats.org/officeDocument/2006/relationships" r:embed="rId1"/>
          <a:srcRect/>
          <a:stretch>
            <a:fillRect l="-36895" r="-42072"/>
          </a:stretch>
        </a:blip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ntander" id="{DE4C4DC5-A504-1740-9322-D304A0C41A9E}" vid="{581BFDD4-85DA-7D4A-9E1A-AAABDE324B0B}"/>
    </a:ext>
  </a:extLst>
</a:theme>
</file>

<file path=ppt/theme/theme3.xml><?xml version="1.0" encoding="utf-8"?>
<a:theme xmlns:a="http://schemas.openxmlformats.org/drawingml/2006/main" name="3_Office Theme">
  <a:themeElements>
    <a:clrScheme name="Custom 2">
      <a:dk1>
        <a:srgbClr val="000000"/>
      </a:dk1>
      <a:lt1>
        <a:srgbClr val="FFFFFF"/>
      </a:lt1>
      <a:dk2>
        <a:srgbClr val="EC0000"/>
      </a:dk2>
      <a:lt2>
        <a:srgbClr val="E5E5E5"/>
      </a:lt2>
      <a:accent1>
        <a:srgbClr val="EC0000"/>
      </a:accent1>
      <a:accent2>
        <a:srgbClr val="9E3768"/>
      </a:accent2>
      <a:accent3>
        <a:srgbClr val="3366FF"/>
      </a:accent3>
      <a:accent4>
        <a:srgbClr val="1BB3BC"/>
      </a:accent4>
      <a:accent5>
        <a:srgbClr val="87D883"/>
      </a:accent5>
      <a:accent6>
        <a:srgbClr val="FFCD34"/>
      </a:accent6>
      <a:hlink>
        <a:srgbClr val="000000"/>
      </a:hlink>
      <a:folHlink>
        <a:srgbClr val="000000"/>
      </a:folHlink>
    </a:clrScheme>
    <a:fontScheme name="Santander Tai Le">
      <a:majorFont>
        <a:latin typeface="Century Gothic"/>
        <a:ea typeface=""/>
        <a:cs typeface=""/>
      </a:majorFont>
      <a:minorFont>
        <a:latin typeface="Microsoft Tai 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ntander Digital PPT template" id="{2E452DD7-CBF8-514B-BD95-EDB4F27AD26C}" vid="{5B46AA1E-BEEC-9843-8C63-2550536D5A64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7ECA40A7CE2C44B9442B3BB7A38622" ma:contentTypeVersion="6" ma:contentTypeDescription="Crear nuevo documento." ma:contentTypeScope="" ma:versionID="37e3041d84b59dce4a6d41e0d1fc8b25">
  <xsd:schema xmlns:xsd="http://www.w3.org/2001/XMLSchema" xmlns:xs="http://www.w3.org/2001/XMLSchema" xmlns:p="http://schemas.microsoft.com/office/2006/metadata/properties" xmlns:ns2="91e3d9f9-40f0-40dd-8ff6-c7ed2107d34c" xmlns:ns3="8d138137-c2cd-4647-95c3-7e7e2a7ca589" targetNamespace="http://schemas.microsoft.com/office/2006/metadata/properties" ma:root="true" ma:fieldsID="463537f19be022ad0a4af3cdca4fd149" ns2:_="" ns3:_="">
    <xsd:import namespace="91e3d9f9-40f0-40dd-8ff6-c7ed2107d34c"/>
    <xsd:import namespace="8d138137-c2cd-4647-95c3-7e7e2a7ca5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e3d9f9-40f0-40dd-8ff6-c7ed2107d3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138137-c2cd-4647-95c3-7e7e2a7ca58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CA3E59-0A18-4052-B6EB-7A392EAEE2C6}">
  <ds:schemaRefs>
    <ds:schemaRef ds:uri="http://purl.org/dc/terms/"/>
    <ds:schemaRef ds:uri="http://schemas.openxmlformats.org/package/2006/metadata/core-properties"/>
    <ds:schemaRef ds:uri="http://schemas.microsoft.com/sharepoint/v3"/>
    <ds:schemaRef ds:uri="http://purl.org/dc/elements/1.1/"/>
    <ds:schemaRef ds:uri="e0f89689-229f-4c48-b03d-1f03eebc5f5c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48633bd0-e908-46d7-bbf2-d3ddbfeb333c"/>
  </ds:schemaRefs>
</ds:datastoreItem>
</file>

<file path=customXml/itemProps2.xml><?xml version="1.0" encoding="utf-8"?>
<ds:datastoreItem xmlns:ds="http://schemas.openxmlformats.org/officeDocument/2006/customXml" ds:itemID="{304E40E6-8511-43ED-9CC7-58D574BE5C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e3d9f9-40f0-40dd-8ff6-c7ed2107d34c"/>
    <ds:schemaRef ds:uri="8d138137-c2cd-4647-95c3-7e7e2a7ca5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48DDD4-233B-477C-8E1C-D6EA5A891C8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Santander</Template>
  <TotalTime>4725</TotalTime>
  <Words>1168</Words>
  <Application>Microsoft Macintosh PowerPoint</Application>
  <PresentationFormat>Panorámica</PresentationFormat>
  <Paragraphs>89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19</vt:i4>
      </vt:variant>
    </vt:vector>
  </HeadingPairs>
  <TitlesOfParts>
    <vt:vector size="32" baseType="lpstr">
      <vt:lpstr>Arial</vt:lpstr>
      <vt:lpstr>Calibri</vt:lpstr>
      <vt:lpstr>Century Gothic</vt:lpstr>
      <vt:lpstr>Corbel</vt:lpstr>
      <vt:lpstr>Microsoft Tai Le</vt:lpstr>
      <vt:lpstr>Open Sans</vt:lpstr>
      <vt:lpstr>Santander Headline</vt:lpstr>
      <vt:lpstr>Santander Text</vt:lpstr>
      <vt:lpstr>Santander Text Light</vt:lpstr>
      <vt:lpstr>Verdana</vt:lpstr>
      <vt:lpstr>Santander</vt:lpstr>
      <vt:lpstr>1_Santander</vt:lpstr>
      <vt:lpstr>3_Office Theme</vt:lpstr>
      <vt:lpstr>Chatbot Agent</vt:lpstr>
      <vt:lpstr>What this agent does</vt:lpstr>
      <vt:lpstr>Request flow (happy path)</vt:lpstr>
      <vt:lpstr>LangGraph Topology</vt:lpstr>
      <vt:lpstr>LangGraph nodes – responsibilities</vt:lpstr>
      <vt:lpstr>API surface (minimum)</vt:lpstr>
      <vt:lpstr>DynamoDB data model</vt:lpstr>
      <vt:lpstr>Security &amp; compliance</vt:lpstr>
      <vt:lpstr>Technical Architecture</vt:lpstr>
      <vt:lpstr>Technical Architecture</vt:lpstr>
      <vt:lpstr>Technical Architecture</vt:lpstr>
      <vt:lpstr>Configuration management</vt:lpstr>
      <vt:lpstr>Monitoring</vt:lpstr>
      <vt:lpstr>Monitoring</vt:lpstr>
      <vt:lpstr>Deployment</vt:lpstr>
      <vt:lpstr>Knowledge Bases Management</vt:lpstr>
      <vt:lpstr>Knowledge Bases Management</vt:lpstr>
      <vt:lpstr>Knowledge Base Graph RAG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Presentaciones PPT </dc:title>
  <dc:creator>UX Center - Santander Digital Services</dc:creator>
  <cp:lastModifiedBy>Ros Sanchez Javier Carlos</cp:lastModifiedBy>
  <cp:revision>491</cp:revision>
  <dcterms:created xsi:type="dcterms:W3CDTF">2021-02-06T06:04:02Z</dcterms:created>
  <dcterms:modified xsi:type="dcterms:W3CDTF">2025-09-16T12:57:53Z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iteId">
    <vt:lpwstr>35595a02-4d6d-44ac-99e1-f9ab4cd872db</vt:lpwstr>
  </property>
  <property fmtid="{D5CDD505-2E9C-101B-9397-08002B2CF9AE}" pid="4" name="MSIP_Label_0c2abd79-57a9-4473-8700-c843f76a1e37_Owner">
    <vt:lpwstr>n131327@santanderglobaltech.com</vt:lpwstr>
  </property>
  <property fmtid="{D5CDD505-2E9C-101B-9397-08002B2CF9AE}" pid="5" name="MSIP_Label_0c2abd79-57a9-4473-8700-c843f76a1e37_SetDate">
    <vt:lpwstr>2021-04-16T16:32:10.7585304Z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Application">
    <vt:lpwstr>Microsoft Azure Information Protection</vt:lpwstr>
  </property>
  <property fmtid="{D5CDD505-2E9C-101B-9397-08002B2CF9AE}" pid="8" name="MSIP_Label_0c2abd79-57a9-4473-8700-c843f76a1e37_ActionId">
    <vt:lpwstr>99e261b7-f197-4177-a0cb-4b942ba8eaba</vt:lpwstr>
  </property>
  <property fmtid="{D5CDD505-2E9C-101B-9397-08002B2CF9AE}" pid="9" name="MSIP_Label_0c2abd79-57a9-4473-8700-c843f76a1e37_Extended_MSFT_Method">
    <vt:lpwstr>Manual</vt:lpwstr>
  </property>
  <property fmtid="{D5CDD505-2E9C-101B-9397-08002B2CF9AE}" pid="10" name="Sensitivity">
    <vt:lpwstr>Internal</vt:lpwstr>
  </property>
  <property fmtid="{D5CDD505-2E9C-101B-9397-08002B2CF9AE}" pid="11" name="ContentTypeId">
    <vt:lpwstr>0x0101005FBC456DFB14F14BB50618800A40328E</vt:lpwstr>
  </property>
</Properties>
</file>